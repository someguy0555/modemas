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66200" y="3247560"/>
            <a:ext cx="9001080" cy="9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B15E70-3EF9-402F-8089-0FBCF0897B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66200" y="3247560"/>
            <a:ext cx="9001080" cy="9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79B8E0D-E8C4-4330-89DF-4FB47A75AE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66200" y="3247560"/>
            <a:ext cx="9001080" cy="9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426EA62-CF3C-4CCB-9F7B-995ECC8332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66200" y="3247560"/>
            <a:ext cx="9001080" cy="9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42AF100-FB03-4029-BE40-6DE4BCFC69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66200" y="3247560"/>
            <a:ext cx="9001080" cy="9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FB1B23A-550C-4712-80A9-A762A4D720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0"/>
            <a:ext cx="10079640" cy="4251240"/>
          </a:xfrm>
          <a:custGeom>
            <a:avLst/>
            <a:gdLst>
              <a:gd name="textAreaLeft" fmla="*/ 0 w 10079640"/>
              <a:gd name="textAreaRight" fmla="*/ 10080360 w 10079640"/>
              <a:gd name="textAreaTop" fmla="*/ 0 h 4251240"/>
              <a:gd name="textAreaBottom" fmla="*/ 4251960 h 4251240"/>
            </a:gdLst>
            <a:ahLst/>
            <a:rect l="textAreaLeft" t="textAreaTop" r="textAreaRight" b="textAreaBottom"/>
            <a:pathLst>
              <a:path w="28001" h="11811">
                <a:moveTo>
                  <a:pt x="0" y="11811"/>
                </a:moveTo>
                <a:lnTo>
                  <a:pt x="0" y="0"/>
                </a:lnTo>
                <a:lnTo>
                  <a:pt x="28001" y="0"/>
                </a:lnTo>
                <a:lnTo>
                  <a:pt x="28001" y="7811"/>
                </a:lnTo>
                <a:lnTo>
                  <a:pt x="0" y="11811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66200" y="3247560"/>
            <a:ext cx="9001080" cy="9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1"/>
          </p:nvPr>
        </p:nvSpPr>
        <p:spPr>
          <a:xfrm>
            <a:off x="5579640" y="5129640"/>
            <a:ext cx="4319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Liberation Sans Narrow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Liberation Sans Narrow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2"/>
          </p:nvPr>
        </p:nvSpPr>
        <p:spPr>
          <a:xfrm>
            <a:off x="7379640" y="4589640"/>
            <a:ext cx="2519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2600" spc="-1" strike="noStrike">
                <a:solidFill>
                  <a:srgbClr val="000000"/>
                </a:solidFill>
                <a:latin typeface="Liberation Sans Narrow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182A84-72D3-4356-9AC7-694B03769199}" type="slidenum">
              <a:rPr b="0" lang="en-US" sz="2600" spc="-1" strike="noStrike">
                <a:solidFill>
                  <a:srgbClr val="000000"/>
                </a:solidFill>
                <a:latin typeface="Liberation Sans Narrow"/>
              </a:rPr>
              <a:t>&lt;number&gt;</a:t>
            </a:fld>
            <a:endParaRPr b="0" lang="en-US" sz="2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dt" idx="3"/>
          </p:nvPr>
        </p:nvSpPr>
        <p:spPr>
          <a:xfrm>
            <a:off x="7019640" y="4913640"/>
            <a:ext cx="2879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0"/>
            <a:ext cx="10079640" cy="4251240"/>
          </a:xfrm>
          <a:custGeom>
            <a:avLst/>
            <a:gdLst>
              <a:gd name="textAreaLeft" fmla="*/ 0 w 10079640"/>
              <a:gd name="textAreaRight" fmla="*/ 10080360 w 10079640"/>
              <a:gd name="textAreaTop" fmla="*/ 0 h 4251240"/>
              <a:gd name="textAreaBottom" fmla="*/ 4251960 h 4251240"/>
            </a:gdLst>
            <a:ahLst/>
            <a:rect l="textAreaLeft" t="textAreaTop" r="textAreaRight" b="textAreaBottom"/>
            <a:pathLst>
              <a:path w="28001" h="11811">
                <a:moveTo>
                  <a:pt x="0" y="11811"/>
                </a:moveTo>
                <a:lnTo>
                  <a:pt x="0" y="0"/>
                </a:lnTo>
                <a:lnTo>
                  <a:pt x="28001" y="0"/>
                </a:lnTo>
                <a:lnTo>
                  <a:pt x="28001" y="7811"/>
                </a:lnTo>
                <a:lnTo>
                  <a:pt x="0" y="11811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66200" y="3247560"/>
            <a:ext cx="9001080" cy="9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4"/>
          </p:nvPr>
        </p:nvSpPr>
        <p:spPr>
          <a:xfrm>
            <a:off x="5579640" y="5129640"/>
            <a:ext cx="4319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Liberation Sans Narrow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Liberation Sans Narrow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5"/>
          </p:nvPr>
        </p:nvSpPr>
        <p:spPr>
          <a:xfrm>
            <a:off x="7379640" y="4589640"/>
            <a:ext cx="2519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2600" spc="-1" strike="noStrike">
                <a:solidFill>
                  <a:srgbClr val="000000"/>
                </a:solidFill>
                <a:latin typeface="Liberation Sans Narrow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043AEF-E930-499F-B291-D91C3810D511}" type="slidenum">
              <a:rPr b="0" lang="en-US" sz="2600" spc="-1" strike="noStrike">
                <a:solidFill>
                  <a:srgbClr val="000000"/>
                </a:solidFill>
                <a:latin typeface="Liberation Sans Narrow"/>
              </a:rPr>
              <a:t>&lt;number&gt;</a:t>
            </a:fld>
            <a:endParaRPr b="0" lang="en-US" sz="2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6"/>
          </p:nvPr>
        </p:nvSpPr>
        <p:spPr>
          <a:xfrm>
            <a:off x="7019640" y="4913640"/>
            <a:ext cx="2879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1096920" y="4388760"/>
            <a:ext cx="8982000" cy="1280160"/>
          </a:xfrm>
          <a:custGeom>
            <a:avLst/>
            <a:gdLst>
              <a:gd name="textAreaLeft" fmla="*/ 0 w 8982000"/>
              <a:gd name="textAreaRight" fmla="*/ 8982720 w 8982000"/>
              <a:gd name="textAreaTop" fmla="*/ 0 h 1280160"/>
              <a:gd name="textAreaBottom" fmla="*/ 1280880 h 1280160"/>
            </a:gdLst>
            <a:ahLst/>
            <a:rect l="textAreaLeft" t="textAreaTop" r="textAreaRight" b="textAreaBottom"/>
            <a:pathLst>
              <a:path w="24952" h="3558">
                <a:moveTo>
                  <a:pt x="0" y="3558"/>
                </a:moveTo>
                <a:lnTo>
                  <a:pt x="24951" y="3557"/>
                </a:lnTo>
                <a:lnTo>
                  <a:pt x="24952" y="0"/>
                </a:lnTo>
                <a:lnTo>
                  <a:pt x="0" y="3558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10079280" cy="1508400"/>
          </a:xfrm>
          <a:custGeom>
            <a:avLst/>
            <a:gdLst>
              <a:gd name="textAreaLeft" fmla="*/ 0 w 10079280"/>
              <a:gd name="textAreaRight" fmla="*/ 10080000 w 10079280"/>
              <a:gd name="textAreaTop" fmla="*/ 0 h 1508400"/>
              <a:gd name="textAreaBottom" fmla="*/ 1509120 h 1508400"/>
            </a:gdLst>
            <a:ahLst/>
            <a:rect l="textAreaLeft" t="textAreaTop" r="textAreaRight" b="textAreaBottom"/>
            <a:pathLst>
              <a:path w="28000" h="4192">
                <a:moveTo>
                  <a:pt x="0" y="4192"/>
                </a:moveTo>
                <a:lnTo>
                  <a:pt x="0" y="0"/>
                </a:lnTo>
                <a:lnTo>
                  <a:pt x="28000" y="0"/>
                </a:lnTo>
                <a:lnTo>
                  <a:pt x="28000" y="191"/>
                </a:lnTo>
                <a:lnTo>
                  <a:pt x="0" y="4192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66200" y="3247560"/>
            <a:ext cx="9001080" cy="9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ftr" idx="7"/>
          </p:nvPr>
        </p:nvSpPr>
        <p:spPr>
          <a:xfrm>
            <a:off x="5579640" y="5129640"/>
            <a:ext cx="4319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8"/>
          </p:nvPr>
        </p:nvSpPr>
        <p:spPr>
          <a:xfrm>
            <a:off x="7379640" y="4589640"/>
            <a:ext cx="2519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26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C8CC35-3181-4A21-86DC-8F0B5AF9A8FE}" type="slidenum">
              <a:rPr b="0" lang="en-US" sz="26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2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dt" idx="9"/>
          </p:nvPr>
        </p:nvSpPr>
        <p:spPr>
          <a:xfrm>
            <a:off x="7019640" y="4913640"/>
            <a:ext cx="2879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1096920" y="4388760"/>
            <a:ext cx="8982000" cy="1280160"/>
          </a:xfrm>
          <a:custGeom>
            <a:avLst/>
            <a:gdLst>
              <a:gd name="textAreaLeft" fmla="*/ 0 w 8982000"/>
              <a:gd name="textAreaRight" fmla="*/ 8982720 w 8982000"/>
              <a:gd name="textAreaTop" fmla="*/ 0 h 1280160"/>
              <a:gd name="textAreaBottom" fmla="*/ 1280880 h 1280160"/>
            </a:gdLst>
            <a:ahLst/>
            <a:rect l="textAreaLeft" t="textAreaTop" r="textAreaRight" b="textAreaBottom"/>
            <a:pathLst>
              <a:path w="24952" h="3558">
                <a:moveTo>
                  <a:pt x="0" y="3558"/>
                </a:moveTo>
                <a:lnTo>
                  <a:pt x="24951" y="3557"/>
                </a:lnTo>
                <a:lnTo>
                  <a:pt x="24952" y="0"/>
                </a:lnTo>
                <a:lnTo>
                  <a:pt x="0" y="3558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" name=""/>
          <p:cNvSpPr/>
          <p:nvPr/>
        </p:nvSpPr>
        <p:spPr>
          <a:xfrm>
            <a:off x="0" y="411120"/>
            <a:ext cx="10079280" cy="5257800"/>
          </a:xfrm>
          <a:custGeom>
            <a:avLst/>
            <a:gdLst>
              <a:gd name="textAreaLeft" fmla="*/ 0 w 10079280"/>
              <a:gd name="textAreaRight" fmla="*/ 10080000 w 10079280"/>
              <a:gd name="textAreaTop" fmla="*/ 0 h 5257800"/>
              <a:gd name="textAreaBottom" fmla="*/ 5258520 h 5257800"/>
            </a:gdLst>
            <a:ahLst/>
            <a:rect l="textAreaLeft" t="textAreaTop" r="textAreaRight" b="textAreaBottom"/>
            <a:pathLst>
              <a:path w="28000" h="14607">
                <a:moveTo>
                  <a:pt x="0" y="14607"/>
                </a:moveTo>
                <a:lnTo>
                  <a:pt x="508" y="14607"/>
                </a:lnTo>
                <a:lnTo>
                  <a:pt x="28000" y="10668"/>
                </a:lnTo>
                <a:lnTo>
                  <a:pt x="28000" y="0"/>
                </a:lnTo>
                <a:lnTo>
                  <a:pt x="0" y="4001"/>
                </a:lnTo>
                <a:lnTo>
                  <a:pt x="0" y="14607"/>
                </a:lnTo>
                <a:close/>
              </a:path>
            </a:pathLst>
          </a:cu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0" y="0"/>
            <a:ext cx="10079640" cy="1713960"/>
          </a:xfrm>
          <a:custGeom>
            <a:avLst/>
            <a:gdLst>
              <a:gd name="textAreaLeft" fmla="*/ 0 w 10079640"/>
              <a:gd name="textAreaRight" fmla="*/ 10080360 w 10079640"/>
              <a:gd name="textAreaTop" fmla="*/ 0 h 1713960"/>
              <a:gd name="textAreaBottom" fmla="*/ 1714680 h 1713960"/>
            </a:gdLst>
            <a:ahLst/>
            <a:rect l="textAreaLeft" t="textAreaTop" r="textAreaRight" b="textAreaBottom"/>
            <a:pathLst>
              <a:path w="28001" h="4763">
                <a:moveTo>
                  <a:pt x="1" y="4763"/>
                </a:moveTo>
                <a:lnTo>
                  <a:pt x="0" y="0"/>
                </a:lnTo>
                <a:lnTo>
                  <a:pt x="28000" y="0"/>
                </a:lnTo>
                <a:lnTo>
                  <a:pt x="28001" y="762"/>
                </a:lnTo>
                <a:lnTo>
                  <a:pt x="1" y="4763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66200" y="3247560"/>
            <a:ext cx="9001080" cy="9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ftr" idx="10"/>
          </p:nvPr>
        </p:nvSpPr>
        <p:spPr>
          <a:xfrm>
            <a:off x="5579640" y="5129640"/>
            <a:ext cx="4319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sldNum" idx="11"/>
          </p:nvPr>
        </p:nvSpPr>
        <p:spPr>
          <a:xfrm>
            <a:off x="7379640" y="4589640"/>
            <a:ext cx="2519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26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DAB89F-7489-4C77-80FD-55500ECA5B02}" type="slidenum">
              <a:rPr b="0" lang="en-US" sz="26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2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dt" idx="12"/>
          </p:nvPr>
        </p:nvSpPr>
        <p:spPr>
          <a:xfrm>
            <a:off x="7019640" y="4913640"/>
            <a:ext cx="2879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1403640" y="4388760"/>
            <a:ext cx="8675640" cy="1279800"/>
          </a:xfrm>
          <a:custGeom>
            <a:avLst/>
            <a:gdLst>
              <a:gd name="textAreaLeft" fmla="*/ 0 w 8675640"/>
              <a:gd name="textAreaRight" fmla="*/ 8676360 w 8675640"/>
              <a:gd name="textAreaTop" fmla="*/ 0 h 1279800"/>
              <a:gd name="textAreaBottom" fmla="*/ 1280520 h 1279800"/>
            </a:gdLst>
            <a:ahLst/>
            <a:rect l="textAreaLeft" t="textAreaTop" r="textAreaRight" b="textAreaBottom"/>
            <a:pathLst>
              <a:path w="24101" h="3557">
                <a:moveTo>
                  <a:pt x="0" y="3557"/>
                </a:moveTo>
                <a:lnTo>
                  <a:pt x="24100" y="3557"/>
                </a:lnTo>
                <a:lnTo>
                  <a:pt x="24101" y="0"/>
                </a:lnTo>
                <a:lnTo>
                  <a:pt x="0" y="3557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" name=""/>
          <p:cNvSpPr/>
          <p:nvPr/>
        </p:nvSpPr>
        <p:spPr>
          <a:xfrm>
            <a:off x="0" y="0"/>
            <a:ext cx="10079280" cy="2399760"/>
          </a:xfrm>
          <a:custGeom>
            <a:avLst/>
            <a:gdLst>
              <a:gd name="textAreaLeft" fmla="*/ 0 w 10079280"/>
              <a:gd name="textAreaRight" fmla="*/ 10080000 w 10079280"/>
              <a:gd name="textAreaTop" fmla="*/ 0 h 2399760"/>
              <a:gd name="textAreaBottom" fmla="*/ 2400480 h 2399760"/>
            </a:gdLst>
            <a:ahLst/>
            <a:rect l="textAreaLeft" t="textAreaTop" r="textAreaRight" b="textAreaBottom"/>
            <a:pathLst>
              <a:path w="28000" h="6668">
                <a:moveTo>
                  <a:pt x="0" y="6668"/>
                </a:moveTo>
                <a:lnTo>
                  <a:pt x="0" y="0"/>
                </a:lnTo>
                <a:lnTo>
                  <a:pt x="28000" y="0"/>
                </a:lnTo>
                <a:lnTo>
                  <a:pt x="28000" y="2667"/>
                </a:lnTo>
                <a:lnTo>
                  <a:pt x="0" y="6668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7" name=""/>
          <p:cNvSpPr/>
          <p:nvPr/>
        </p:nvSpPr>
        <p:spPr>
          <a:xfrm>
            <a:off x="0" y="0"/>
            <a:ext cx="10079280" cy="2399760"/>
          </a:xfrm>
          <a:custGeom>
            <a:avLst/>
            <a:gdLst>
              <a:gd name="textAreaLeft" fmla="*/ 0 w 10079280"/>
              <a:gd name="textAreaRight" fmla="*/ 10080000 w 10079280"/>
              <a:gd name="textAreaTop" fmla="*/ 0 h 2399760"/>
              <a:gd name="textAreaBottom" fmla="*/ 2400480 h 2399760"/>
            </a:gdLst>
            <a:ahLst/>
            <a:rect l="textAreaLeft" t="textAreaTop" r="textAreaRight" b="textAreaBottom"/>
            <a:pathLst>
              <a:path w="28000" h="6668">
                <a:moveTo>
                  <a:pt x="0" y="6668"/>
                </a:moveTo>
                <a:lnTo>
                  <a:pt x="0" y="0"/>
                </a:lnTo>
                <a:lnTo>
                  <a:pt x="28000" y="0"/>
                </a:lnTo>
                <a:lnTo>
                  <a:pt x="28000" y="2667"/>
                </a:lnTo>
                <a:lnTo>
                  <a:pt x="0" y="6668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" name=""/>
          <p:cNvSpPr/>
          <p:nvPr/>
        </p:nvSpPr>
        <p:spPr>
          <a:xfrm>
            <a:off x="1403640" y="4388760"/>
            <a:ext cx="8675640" cy="1279800"/>
          </a:xfrm>
          <a:custGeom>
            <a:avLst/>
            <a:gdLst>
              <a:gd name="textAreaLeft" fmla="*/ 0 w 8675640"/>
              <a:gd name="textAreaRight" fmla="*/ 8676360 w 8675640"/>
              <a:gd name="textAreaTop" fmla="*/ 0 h 1279800"/>
              <a:gd name="textAreaBottom" fmla="*/ 1280520 h 1279800"/>
            </a:gdLst>
            <a:ahLst/>
            <a:rect l="textAreaLeft" t="textAreaTop" r="textAreaRight" b="textAreaBottom"/>
            <a:pathLst>
              <a:path w="24101" h="3557">
                <a:moveTo>
                  <a:pt x="0" y="3557"/>
                </a:moveTo>
                <a:lnTo>
                  <a:pt x="24100" y="3557"/>
                </a:lnTo>
                <a:lnTo>
                  <a:pt x="24101" y="0"/>
                </a:lnTo>
                <a:lnTo>
                  <a:pt x="0" y="3557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" name=""/>
          <p:cNvSpPr/>
          <p:nvPr/>
        </p:nvSpPr>
        <p:spPr>
          <a:xfrm>
            <a:off x="6480" y="-9720"/>
            <a:ext cx="10079280" cy="2468160"/>
          </a:xfrm>
          <a:custGeom>
            <a:avLst/>
            <a:gdLst>
              <a:gd name="textAreaLeft" fmla="*/ 0 w 10079280"/>
              <a:gd name="textAreaRight" fmla="*/ 10080000 w 10079280"/>
              <a:gd name="textAreaTop" fmla="*/ 0 h 2468160"/>
              <a:gd name="textAreaBottom" fmla="*/ 2468880 h 2468160"/>
            </a:gdLst>
            <a:ahLst/>
            <a:rect l="textAreaLeft" t="textAreaTop" r="textAreaRight" b="textAreaBottom"/>
            <a:pathLst>
              <a:path w="28000" h="6858">
                <a:moveTo>
                  <a:pt x="0" y="6858"/>
                </a:moveTo>
                <a:lnTo>
                  <a:pt x="0" y="0"/>
                </a:lnTo>
                <a:lnTo>
                  <a:pt x="28000" y="0"/>
                </a:lnTo>
                <a:lnTo>
                  <a:pt x="28000" y="2841"/>
                </a:lnTo>
                <a:lnTo>
                  <a:pt x="0" y="6858"/>
                </a:lnTo>
                <a:close/>
              </a:path>
            </a:pathLst>
          </a:custGeom>
          <a:solidFill>
            <a:srgbClr val="dddddd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" name=""/>
          <p:cNvSpPr/>
          <p:nvPr/>
        </p:nvSpPr>
        <p:spPr>
          <a:xfrm>
            <a:off x="1403280" y="4388760"/>
            <a:ext cx="8675640" cy="1279800"/>
          </a:xfrm>
          <a:custGeom>
            <a:avLst/>
            <a:gdLst>
              <a:gd name="textAreaLeft" fmla="*/ 0 w 8675640"/>
              <a:gd name="textAreaRight" fmla="*/ 8676360 w 8675640"/>
              <a:gd name="textAreaTop" fmla="*/ 0 h 1279800"/>
              <a:gd name="textAreaBottom" fmla="*/ 1280520 h 1279800"/>
            </a:gdLst>
            <a:ahLst/>
            <a:rect l="textAreaLeft" t="textAreaTop" r="textAreaRight" b="textAreaBottom"/>
            <a:pathLst>
              <a:path w="24101" h="3557">
                <a:moveTo>
                  <a:pt x="0" y="3557"/>
                </a:moveTo>
                <a:lnTo>
                  <a:pt x="24100" y="3557"/>
                </a:lnTo>
                <a:lnTo>
                  <a:pt x="24101" y="0"/>
                </a:lnTo>
                <a:lnTo>
                  <a:pt x="0" y="3557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" name=""/>
          <p:cNvSpPr/>
          <p:nvPr/>
        </p:nvSpPr>
        <p:spPr>
          <a:xfrm rot="20952000">
            <a:off x="223560" y="1917000"/>
            <a:ext cx="9401400" cy="2593440"/>
          </a:xfrm>
          <a:prstGeom prst="roundRect">
            <a:avLst>
              <a:gd name="adj" fmla="val 6298"/>
            </a:avLst>
          </a:prstGeom>
          <a:solidFill>
            <a:srgbClr val="b2b2b2"/>
          </a:solidFill>
          <a:ln w="1080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" name=""/>
          <p:cNvSpPr/>
          <p:nvPr/>
        </p:nvSpPr>
        <p:spPr>
          <a:xfrm>
            <a:off x="273960" y="2759400"/>
            <a:ext cx="639360" cy="122508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80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9215640" y="3517560"/>
            <a:ext cx="639360" cy="122508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8000" spc="-1" strike="noStrike">
                <a:solidFill>
                  <a:srgbClr val="000000"/>
                </a:solidFill>
                <a:latin typeface="Arial"/>
                <a:ea typeface="DejaVu Sans"/>
              </a:rPr>
              <a:t>”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66200" y="3247560"/>
            <a:ext cx="9001080" cy="9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13"/>
          </p:nvPr>
        </p:nvSpPr>
        <p:spPr>
          <a:xfrm>
            <a:off x="5579640" y="5129640"/>
            <a:ext cx="4319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4"/>
          </p:nvPr>
        </p:nvSpPr>
        <p:spPr>
          <a:xfrm>
            <a:off x="7379640" y="4589640"/>
            <a:ext cx="2519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26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B0174F-4DB8-40BD-8AAB-9606F39C450C}" type="slidenum">
              <a:rPr b="0" lang="en-US" sz="26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2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dt" idx="15"/>
          </p:nvPr>
        </p:nvSpPr>
        <p:spPr>
          <a:xfrm>
            <a:off x="7019640" y="4913640"/>
            <a:ext cx="2879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 rot="21114000">
            <a:off x="445320" y="2255040"/>
            <a:ext cx="9001800" cy="1607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600" spc="-1" strike="noStrike">
                <a:solidFill>
                  <a:srgbClr val="000000"/>
                </a:solidFill>
                <a:latin typeface="Arial"/>
              </a:rPr>
              <a:t>‘</a:t>
            </a:r>
            <a:r>
              <a:rPr b="1" lang="en-US" sz="5600" spc="-1" strike="noStrike">
                <a:solidFill>
                  <a:srgbClr val="000000"/>
                </a:solidFill>
                <a:latin typeface="Arial"/>
              </a:rPr>
              <a:t>Kaput’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 rot="21117000">
            <a:off x="614160" y="3528000"/>
            <a:ext cx="88027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fld id="{9CF69D4E-87E0-4446-A337-661B66E30579}" type="author"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fld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By team ‘Modemas’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 rot="21111000">
            <a:off x="124200" y="-132840"/>
            <a:ext cx="9001080" cy="9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Relational database and EF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D852957-D941-4563-BADF-D26936D38E1C}" type="slidenum">
              <a:t>2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 rot="21111000">
            <a:off x="91440" y="67320"/>
            <a:ext cx="9001080" cy="9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Generics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432000" y="2057400"/>
            <a:ext cx="5511240" cy="21582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BD625DD-94CF-4326-9499-4F7F918802D0}" type="slidenum">
              <a:t>3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 rot="21111000">
            <a:off x="91440" y="67320"/>
            <a:ext cx="9001080" cy="9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Exceptions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3640" y="1785240"/>
            <a:ext cx="886932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400320" y="1759320"/>
            <a:ext cx="4171320" cy="32695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D018EA2-B3F9-48FD-AA8A-0C1A52CF0EA8}" type="slidenum">
              <a:t>4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 rot="21111000">
            <a:off x="91440" y="67320"/>
            <a:ext cx="9001080" cy="9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Async / await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5029200" y="1733760"/>
            <a:ext cx="4710960" cy="12376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5C3A2BD-E1F7-4ACF-8F5E-3BD4F67E7EBB}" type="slidenum">
              <a:t>5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 rot="21111000">
            <a:off x="91440" y="67320"/>
            <a:ext cx="9001080" cy="9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Concurrent collections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457200" y="1748880"/>
            <a:ext cx="3446280" cy="37371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45770CE-5143-4E45-BD27-30EEA967B5B5}" type="slidenum">
              <a:t>6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 rot="21111000">
            <a:off x="91440" y="67320"/>
            <a:ext cx="9001080" cy="9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Dependency injection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609840" y="1886400"/>
            <a:ext cx="6476400" cy="26852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8BDEDF3-B0EC-4132-99C9-89B403F2872F}" type="slidenum">
              <a:t>7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 rot="21111000">
            <a:off x="91440" y="67320"/>
            <a:ext cx="9001080" cy="95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Tests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235800" y="1886400"/>
            <a:ext cx="5479200" cy="22284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2C258C8-2C44-476E-9D09-C4E005BD09EE}" type="slidenum">
              <a:t>8</a:t>
            </a:fld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 rot="21114000">
            <a:off x="445320" y="2255040"/>
            <a:ext cx="9001800" cy="1607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600" spc="-1" strike="noStrike">
                <a:solidFill>
                  <a:srgbClr val="000000"/>
                </a:solidFill>
                <a:latin typeface="Arial"/>
              </a:rPr>
              <a:t>Thank you for listening!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 rot="21117000">
            <a:off x="614160" y="3528000"/>
            <a:ext cx="88027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fld id="{9982DB90-C265-4913-A7C5-5A51F8746BCD}" type="author"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fld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2025-11-19T17:49:00Z</dcterms:created>
  <dc:creator/>
  <dc:description/>
  <dc:language>en-US</dc:language>
  <cp:lastModifiedBy/>
  <dcterms:modified xsi:type="dcterms:W3CDTF">2025-11-20T08:31:31Z</dcterms:modified>
  <cp:revision>8</cp:revision>
  <dc:subject/>
  <dc:title>Progress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