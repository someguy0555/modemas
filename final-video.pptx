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300" spc="-1" strike="noStrike">
              <a:solidFill>
                <a:srgbClr val="dd41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559C3D7-0AD1-44A2-920E-69FE45FB82C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300" spc="-1" strike="noStrike">
              <a:solidFill>
                <a:srgbClr val="dd41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2271713-2665-44CD-8A15-C3B685F8B44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300" spc="-1" strike="noStrike">
              <a:solidFill>
                <a:srgbClr val="dd41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8F3A0ED-0F25-4612-B373-34FE8966D1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Vi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300" spc="-1" strike="noStrike">
              <a:solidFill>
                <a:srgbClr val="dd41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B55A65AF-0863-4E2E-895C-37C1FE589D2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0474B31F-FB77-4D8C-8FBF-D831958E809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300" spc="-1" strike="noStrike">
              <a:solidFill>
                <a:srgbClr val="dd41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E398967-4FA6-4A7D-86BE-10C97A4EAE8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F1916BE-080D-41E8-AE57-6BC854FD62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DC722B-BAA3-44EE-8864-201A3A1448AA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2C657A-2BBB-4601-9A31-D6BC40BD8D6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8FE0EB1-D47A-42A9-AA41-735AFFDACCFE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>
            <a:off x="0" y="3780360"/>
            <a:ext cx="10080720" cy="189036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0">
            <a:noFill/>
          </a:ln>
          <a:effectLst>
            <a:outerShdw dist="36000" dir="16200000" blurRad="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dt" idx="10"/>
          </p:nvPr>
        </p:nvSpPr>
        <p:spPr>
          <a:xfrm>
            <a:off x="450000" y="5130360"/>
            <a:ext cx="2340000" cy="4500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2400" spc="-1" strike="noStrike">
                <a:solidFill>
                  <a:srgbClr val="dbf5f9"/>
                </a:solidFill>
                <a:latin typeface="Noto Sans"/>
              </a:defRPr>
            </a:lvl1pPr>
          </a:lstStyle>
          <a:p>
            <a:pPr indent="0">
              <a:buNone/>
            </a:pPr>
            <a:r>
              <a:rPr b="0" lang="en-US" sz="2400" spc="-1" strike="noStrike">
                <a:solidFill>
                  <a:srgbClr val="dbf5f9"/>
                </a:solidFill>
                <a:latin typeface="Noto Sans"/>
              </a:rPr>
              <a:t>&lt;date/time&gt;</a:t>
            </a:r>
            <a:r>
              <a:rPr b="0" lang="en-US" sz="2400" spc="-1" strike="noStrike">
                <a:solidFill>
                  <a:srgbClr val="dbf5f9"/>
                </a:solidFill>
                <a:latin typeface="Noto Sans"/>
              </a:rPr>
              <a:t> </a:t>
            </a:r>
            <a:endParaRPr b="0" lang="en-US" sz="2400" spc="-1" strike="noStrike">
              <a:solidFill>
                <a:srgbClr val="dbf5f9"/>
              </a:solidFill>
              <a:latin typeface="Noto San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ftr" idx="11"/>
          </p:nvPr>
        </p:nvSpPr>
        <p:spPr>
          <a:xfrm>
            <a:off x="3420000" y="5130360"/>
            <a:ext cx="3240360" cy="4500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2400" spc="-1" strike="noStrike">
                <a:solidFill>
                  <a:srgbClr val="dbf5f9"/>
                </a:solidFill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en-US" sz="2400" spc="-1" strike="noStrike">
                <a:solidFill>
                  <a:srgbClr val="dbf5f9"/>
                </a:solidFill>
                <a:latin typeface="Noto Sans"/>
              </a:rPr>
              <a:t>&lt;footer&gt;</a:t>
            </a:r>
            <a:r>
              <a:rPr b="0" lang="en-US" sz="2400" spc="-1" strike="noStrike">
                <a:solidFill>
                  <a:srgbClr val="dbf5f9"/>
                </a:solidFill>
                <a:latin typeface="Noto Sans"/>
              </a:rPr>
              <a:t> </a:t>
            </a:r>
            <a:endParaRPr b="0" lang="en-US" sz="2400" spc="-1" strike="noStrike">
              <a:solidFill>
                <a:srgbClr val="dbf5f9"/>
              </a:solidFill>
              <a:latin typeface="Noto San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sldNum" idx="12"/>
          </p:nvPr>
        </p:nvSpPr>
        <p:spPr>
          <a:xfrm>
            <a:off x="7200360" y="5130360"/>
            <a:ext cx="2340000" cy="4500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2400" spc="-1" strike="noStrike">
                <a:solidFill>
                  <a:srgbClr val="dbf5f9"/>
                </a:solidFill>
                <a:latin typeface="Noto Sans"/>
              </a:defRPr>
            </a:lvl1pPr>
          </a:lstStyle>
          <a:p>
            <a:pPr indent="0" algn="r">
              <a:buNone/>
            </a:pPr>
            <a:fld id="{8F33DBD0-7391-46B5-A58E-C4842B65216A}" type="slidenum">
              <a:rPr b="0" lang="en-US" sz="2400" spc="-1" strike="noStrike">
                <a:solidFill>
                  <a:srgbClr val="dbf5f9"/>
                </a:solidFill>
                <a:latin typeface="Noto Sans"/>
              </a:rPr>
              <a:t>&lt;number&gt;</a:t>
            </a:fld>
            <a:r>
              <a:rPr b="0" lang="en-US" sz="2400" spc="-1" strike="noStrike">
                <a:solidFill>
                  <a:srgbClr val="dbf5f9"/>
                </a:solidFill>
                <a:latin typeface="Noto Sans"/>
              </a:rPr>
              <a:t> </a:t>
            </a:r>
            <a:endParaRPr b="0" lang="en-US" sz="2400" spc="-1" strike="noStrike">
              <a:solidFill>
                <a:srgbClr val="dbf5f9"/>
              </a:solidFill>
              <a:latin typeface="Noto Sans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title"/>
          </p:nvPr>
        </p:nvSpPr>
        <p:spPr>
          <a:xfrm>
            <a:off x="450000" y="270000"/>
            <a:ext cx="9000720" cy="324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buNone/>
            </a:pPr>
            <a:r>
              <a:rPr b="0" lang="en-US" sz="6000" spc="-1" strike="noStrike">
                <a:solidFill>
                  <a:srgbClr val="04617b"/>
                </a:solidFill>
                <a:latin typeface="Noto Sans"/>
              </a:rPr>
              <a:t>Click to edit the title text format</a:t>
            </a:r>
            <a:endParaRPr b="0" lang="en-US" sz="6000" spc="-1" strike="noStrike">
              <a:solidFill>
                <a:srgbClr val="04617b"/>
              </a:solidFill>
              <a:latin typeface="Noto Sans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50000" y="3870360"/>
            <a:ext cx="9000720" cy="24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924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rgbClr val="dbf5f9"/>
                </a:solidFill>
                <a:latin typeface="Noto Sans"/>
              </a:rPr>
              <a:t>Click to edit the outline text format</a:t>
            </a:r>
            <a:endParaRPr b="0" lang="en-US" sz="2100" spc="-1" strike="noStrike">
              <a:solidFill>
                <a:srgbClr val="dbf5f9"/>
              </a:solidFill>
              <a:latin typeface="Noto Sans"/>
            </a:endParaRPr>
          </a:p>
          <a:p>
            <a:pPr lvl="1" marL="864000" indent="-324000">
              <a:spcAft>
                <a:spcPts val="842"/>
              </a:spcAft>
              <a:buClr>
                <a:srgbClr val="f49100"/>
              </a:buClr>
              <a:buSzPct val="75000"/>
              <a:buFont typeface="Symbol" charset="2"/>
              <a:buChar char=""/>
            </a:pPr>
            <a:r>
              <a:rPr b="0" lang="en-US" sz="1650" spc="-1" strike="noStrike">
                <a:solidFill>
                  <a:srgbClr val="dbf5f9"/>
                </a:solidFill>
                <a:latin typeface="Noto Sans"/>
              </a:rPr>
              <a:t>Second Outline Level</a:t>
            </a:r>
            <a:endParaRPr b="0" lang="en-US" sz="1650" spc="-1" strike="noStrike">
              <a:solidFill>
                <a:srgbClr val="dbf5f9"/>
              </a:solidFill>
              <a:latin typeface="Noto Sans"/>
            </a:endParaRPr>
          </a:p>
          <a:p>
            <a:pPr lvl="2" marL="1296000" indent="-288000">
              <a:spcAft>
                <a:spcPts val="635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dbf5f9"/>
                </a:solidFill>
                <a:latin typeface="Noto Sans"/>
              </a:rPr>
              <a:t>Third Outline Level</a:t>
            </a:r>
            <a:endParaRPr b="0" lang="en-US" sz="1800" spc="-1" strike="noStrike">
              <a:solidFill>
                <a:srgbClr val="dbf5f9"/>
              </a:solidFill>
              <a:latin typeface="Noto Sans"/>
            </a:endParaRPr>
          </a:p>
          <a:p>
            <a:pPr lvl="3" marL="1728000" indent="-216000">
              <a:spcAft>
                <a:spcPts val="422"/>
              </a:spcAft>
              <a:buClr>
                <a:srgbClr val="f49100"/>
              </a:buClr>
              <a:buSzPct val="75000"/>
              <a:buFont typeface="Symbol" charset="2"/>
              <a:buChar char=""/>
            </a:pPr>
            <a:r>
              <a:rPr b="0" lang="en-US" sz="1500" spc="-1" strike="noStrike">
                <a:solidFill>
                  <a:srgbClr val="dbf5f9"/>
                </a:solidFill>
                <a:latin typeface="Noto Sans"/>
              </a:rPr>
              <a:t>Fourth Outline Level</a:t>
            </a:r>
            <a:endParaRPr b="0" lang="en-US" sz="1500" spc="-1" strike="noStrike">
              <a:solidFill>
                <a:srgbClr val="dbf5f9"/>
              </a:solidFill>
              <a:latin typeface="Noto Sans"/>
            </a:endParaRPr>
          </a:p>
          <a:p>
            <a:pPr lvl="4" marL="2160000" indent="-216000"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dbf5f9"/>
                </a:solidFill>
                <a:latin typeface="Noto Sans"/>
              </a:rPr>
              <a:t>Fifth Outline Level</a:t>
            </a:r>
            <a:endParaRPr b="0" lang="en-US" sz="1500" spc="-1" strike="noStrike">
              <a:solidFill>
                <a:srgbClr val="dbf5f9"/>
              </a:solidFill>
              <a:latin typeface="Noto Sans"/>
            </a:endParaRPr>
          </a:p>
          <a:p>
            <a:pPr lvl="5" marL="2592000" indent="-216000"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dbf5f9"/>
                </a:solidFill>
                <a:latin typeface="Noto Sans"/>
              </a:rPr>
              <a:t>Sixth Outline Level</a:t>
            </a:r>
            <a:endParaRPr b="0" lang="en-US" sz="1500" spc="-1" strike="noStrike">
              <a:solidFill>
                <a:srgbClr val="dbf5f9"/>
              </a:solidFill>
              <a:latin typeface="Noto Sans"/>
            </a:endParaRPr>
          </a:p>
          <a:p>
            <a:pPr lvl="6" marL="3024000" indent="-216000"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dbf5f9"/>
                </a:solidFill>
                <a:latin typeface="Noto Sans"/>
              </a:rPr>
              <a:t>Seventh Outline Level</a:t>
            </a:r>
            <a:endParaRPr b="0" lang="en-US" sz="1500" spc="-1" strike="noStrike">
              <a:solidFill>
                <a:srgbClr val="dbf5f9"/>
              </a:solidFill>
              <a:latin typeface="Noto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flipH="1" flipV="1">
            <a:off x="0" y="4500360"/>
            <a:ext cx="10080720" cy="11700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0">
            <a:noFill/>
          </a:ln>
          <a:effectLst>
            <a:outerShdw dist="10800" dir="5400000" blurRad="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3300" spc="-1" strike="noStrike">
                <a:solidFill>
                  <a:srgbClr val="dd4100"/>
                </a:solidFill>
                <a:latin typeface="Arial"/>
              </a:rPr>
              <a:t>Click to edit the title text format</a:t>
            </a:r>
            <a:endParaRPr b="0" lang="en-US" sz="3300" spc="-1" strike="noStrike">
              <a:solidFill>
                <a:srgbClr val="dd4100"/>
              </a:solidFill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360000" y="2880360"/>
            <a:ext cx="9360720" cy="2062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dt" idx="13"/>
          </p:nvPr>
        </p:nvSpPr>
        <p:spPr>
          <a:xfrm>
            <a:off x="360000" y="522036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ftr" idx="14"/>
          </p:nvPr>
        </p:nvSpPr>
        <p:spPr>
          <a:xfrm>
            <a:off x="3420000" y="5220360"/>
            <a:ext cx="324036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sldNum" idx="15"/>
          </p:nvPr>
        </p:nvSpPr>
        <p:spPr>
          <a:xfrm>
            <a:off x="7380360" y="522036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D6F5076-B940-474A-AF5B-4C45FB27387D}" type="slidenum"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rgbClr val="009bdd"/>
                </a:solidFill>
                <a:latin typeface="Arial"/>
              </a:rPr>
              <a:t>Second Outline Level</a:t>
            </a:r>
            <a:endParaRPr b="0" lang="en-US" sz="2100" spc="-1" strike="noStrike">
              <a:solidFill>
                <a:srgbClr val="009bdd"/>
              </a:solidFill>
              <a:latin typeface="Arial"/>
            </a:endParaRPr>
          </a:p>
          <a:p>
            <a:pPr lvl="2" marL="1296000" indent="-288000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9bdd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9bdd"/>
              </a:solidFill>
              <a:latin typeface="Arial"/>
            </a:endParaRPr>
          </a:p>
          <a:p>
            <a:pPr lvl="3" marL="1728000" indent="-216000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Fourth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4" marL="2160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Fifth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5" marL="2592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Sixth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6" marL="3024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Seventh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  <p:sldLayoutId id="2147483658" r:id="rId3"/>
    <p:sldLayoutId id="2147483659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0920" cy="438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50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</a:rPr>
              <a:t>Kaput</a:t>
            </a:r>
            <a:endParaRPr b="0" lang="en-US" sz="45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  <a:p>
            <a:pPr algn="ctr"/>
            <a:r>
              <a:rPr b="0" lang="en-US" sz="220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</a:rPr>
              <a:t>By Team Modemas</a:t>
            </a:r>
            <a:endParaRPr b="0" lang="en-US" sz="22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en-US" sz="3000" spc="-1" strike="noStrike">
              <a:solidFill>
                <a:srgbClr val="dd4100"/>
              </a:solidFill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Many of has had a lot of work left to do, and no time to do.</a:t>
            </a:r>
            <a:endParaRPr b="0" lang="en-US" sz="18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This is especially a problem for teachers.</a:t>
            </a:r>
            <a:endParaRPr b="0" lang="en-US" sz="18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Teachers are often overworked</a:t>
            </a:r>
            <a:endParaRPr b="0" lang="en-US" sz="18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Problem</a:t>
            </a:r>
            <a:endParaRPr b="0" lang="en-US" sz="3000" spc="-1" strike="noStrike">
              <a:solidFill>
                <a:srgbClr val="dd41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Many teachers already use live quiz platforms.</a:t>
            </a:r>
            <a:endParaRPr b="0" lang="en-US" sz="18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However, quizzes are often time-consuming to make.</a:t>
            </a:r>
            <a:endParaRPr b="0" lang="en-US" sz="18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Teachers often have to either sacrifice their time or abandon quizzes altogether.</a:t>
            </a:r>
            <a:endParaRPr b="0" lang="en-US" sz="18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18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Solution</a:t>
            </a:r>
            <a:endParaRPr b="0" lang="en-US" sz="3000" spc="-1" strike="noStrike">
              <a:solidFill>
                <a:srgbClr val="dd41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This is where Kaput comes in.</a:t>
            </a:r>
            <a:endParaRPr b="0" lang="en-US" sz="18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Kaput uses AI-generated questions to dramatically reduce preparation time.</a:t>
            </a:r>
            <a:endParaRPr b="0" lang="en-US" sz="18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What once took hours can now be done in minutes.</a:t>
            </a:r>
            <a:endParaRPr b="0" lang="en-US" sz="18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Demo</a:t>
            </a:r>
            <a:endParaRPr b="0" lang="en-US" sz="3000" spc="-1" strike="noStrike">
              <a:solidFill>
                <a:srgbClr val="04617b"/>
              </a:solidFill>
              <a:latin typeface="Noto San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Live demo</a:t>
            </a:r>
            <a:endParaRPr b="1" lang="en-US" sz="1800" spc="-1" strike="noStrike">
              <a:solidFill>
                <a:srgbClr val="dbf5f9"/>
              </a:solidFill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Value proposition</a:t>
            </a:r>
            <a:endParaRPr b="0" lang="en-US" sz="3000" spc="-1" strike="noStrike">
              <a:solidFill>
                <a:srgbClr val="dd41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 teachers who struggle with limited time and heavy workloads,</a:t>
            </a:r>
            <a:endParaRPr b="0" lang="en-US" sz="18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Kaput is an AI-powered live quiz platform that automatically generates interactive quizzes in minutes.</a:t>
            </a:r>
            <a:endParaRPr b="0" lang="en-US" sz="18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Unlike traditional quiz tools that require manual question creation, Kaput reduces preparation time from hours to minutes by using AI-generated content.</a:t>
            </a:r>
            <a:endParaRPr b="0" lang="en-US" sz="18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0920" cy="438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Thank you for your attention!</a:t>
            </a:r>
            <a:endParaRPr b="0" lang="en-US" sz="32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2025-12-17T14:30:34Z</dcterms:created>
  <dc:creator/>
  <dc:description/>
  <dc:language>en-US</dc:language>
  <cp:lastModifiedBy/>
  <dcterms:modified xsi:type="dcterms:W3CDTF">2025-12-18T15:11:01Z</dcterms:modified>
  <cp:revision>27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