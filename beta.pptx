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CB20C4-AC44-491C-B346-8EE0C2639D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4D7FB5F-B69F-4150-87FA-49C85B8B404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5D75109-A76D-40E1-A156-6F5EAC220B6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D56D70E-093B-4CB8-A82D-0D86639ED9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A42B1DD-5EB2-4F8F-A461-B7078098F4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>
            <a:off x="0" y="0"/>
            <a:ext cx="10080000" cy="4251600"/>
          </a:xfrm>
          <a:custGeom>
            <a:avLst/>
            <a:gdLst>
              <a:gd name="textAreaLeft" fmla="*/ 0 w 10080000"/>
              <a:gd name="textAreaRight" fmla="*/ 10080360 w 10080000"/>
              <a:gd name="textAreaTop" fmla="*/ 0 h 4251600"/>
              <a:gd name="textAreaBottom" fmla="*/ 4251960 h 4251600"/>
            </a:gdLst>
            <a:ahLst/>
            <a:rect l="textAreaLeft" t="textAreaTop" r="textAreaRight" b="textAreaBottom"/>
            <a:pathLst>
              <a:path w="28001" h="11811">
                <a:moveTo>
                  <a:pt x="0" y="11811"/>
                </a:moveTo>
                <a:lnTo>
                  <a:pt x="0" y="0"/>
                </a:lnTo>
                <a:lnTo>
                  <a:pt x="28001" y="0"/>
                </a:lnTo>
                <a:lnTo>
                  <a:pt x="28001" y="7811"/>
                </a:lnTo>
                <a:lnTo>
                  <a:pt x="0" y="11811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272520" y="4246560"/>
            <a:ext cx="8801640" cy="331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1"/>
          </p:nvPr>
        </p:nvSpPr>
        <p:spPr>
          <a:xfrm>
            <a:off x="5579640" y="5129640"/>
            <a:ext cx="43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Liberation Sans Narrow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2"/>
          </p:nvPr>
        </p:nvSpPr>
        <p:spPr>
          <a:xfrm>
            <a:off x="7379640" y="4589640"/>
            <a:ext cx="25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B51D8B-49B3-4B46-B9D4-C018B43739FA}" type="slidenum">
              <a:rPr b="0" lang="en-US" sz="2600" spc="-1" strike="noStrike">
                <a:solidFill>
                  <a:srgbClr val="000000"/>
                </a:solidFill>
                <a:latin typeface="Liberation Sans Narrow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dt" idx="3"/>
          </p:nvPr>
        </p:nvSpPr>
        <p:spPr>
          <a:xfrm>
            <a:off x="7019640" y="4913640"/>
            <a:ext cx="287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0"/>
            <a:ext cx="10080000" cy="4251600"/>
          </a:xfrm>
          <a:custGeom>
            <a:avLst/>
            <a:gdLst>
              <a:gd name="textAreaLeft" fmla="*/ 0 w 10080000"/>
              <a:gd name="textAreaRight" fmla="*/ 10080360 w 10080000"/>
              <a:gd name="textAreaTop" fmla="*/ 0 h 4251600"/>
              <a:gd name="textAreaBottom" fmla="*/ 4251960 h 4251600"/>
            </a:gdLst>
            <a:ahLst/>
            <a:rect l="textAreaLeft" t="textAreaTop" r="textAreaRight" b="textAreaBottom"/>
            <a:pathLst>
              <a:path w="28001" h="11811">
                <a:moveTo>
                  <a:pt x="0" y="11811"/>
                </a:moveTo>
                <a:lnTo>
                  <a:pt x="0" y="0"/>
                </a:lnTo>
                <a:lnTo>
                  <a:pt x="28001" y="0"/>
                </a:lnTo>
                <a:lnTo>
                  <a:pt x="28001" y="7811"/>
                </a:lnTo>
                <a:lnTo>
                  <a:pt x="0" y="11811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4"/>
          </p:nvPr>
        </p:nvSpPr>
        <p:spPr>
          <a:xfrm>
            <a:off x="5579640" y="5129640"/>
            <a:ext cx="43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Liberation Sans Narrow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5"/>
          </p:nvPr>
        </p:nvSpPr>
        <p:spPr>
          <a:xfrm>
            <a:off x="7379640" y="4589640"/>
            <a:ext cx="25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CED775-02F6-4239-AA10-C8F2CC004EA3}" type="slidenum">
              <a:rPr b="0" lang="en-US" sz="2600" spc="-1" strike="noStrike">
                <a:solidFill>
                  <a:srgbClr val="000000"/>
                </a:solidFill>
                <a:latin typeface="Liberation Sans Narrow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6"/>
          </p:nvPr>
        </p:nvSpPr>
        <p:spPr>
          <a:xfrm>
            <a:off x="7019640" y="4913640"/>
            <a:ext cx="287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1096920" y="4388760"/>
            <a:ext cx="8982360" cy="1280520"/>
          </a:xfrm>
          <a:custGeom>
            <a:avLst/>
            <a:gdLst>
              <a:gd name="textAreaLeft" fmla="*/ 0 w 8982360"/>
              <a:gd name="textAreaRight" fmla="*/ 8982720 w 8982360"/>
              <a:gd name="textAreaTop" fmla="*/ 0 h 1280520"/>
              <a:gd name="textAreaBottom" fmla="*/ 1280880 h 1280520"/>
            </a:gdLst>
            <a:ahLst/>
            <a:rect l="textAreaLeft" t="textAreaTop" r="textAreaRight" b="textAreaBottom"/>
            <a:pathLst>
              <a:path w="24952" h="3558">
                <a:moveTo>
                  <a:pt x="0" y="3558"/>
                </a:moveTo>
                <a:lnTo>
                  <a:pt x="24951" y="3557"/>
                </a:lnTo>
                <a:lnTo>
                  <a:pt x="24952" y="0"/>
                </a:lnTo>
                <a:lnTo>
                  <a:pt x="0" y="35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0079640" cy="1508760"/>
          </a:xfrm>
          <a:custGeom>
            <a:avLst/>
            <a:gdLst>
              <a:gd name="textAreaLeft" fmla="*/ 0 w 10079640"/>
              <a:gd name="textAreaRight" fmla="*/ 10080000 w 10079640"/>
              <a:gd name="textAreaTop" fmla="*/ 0 h 1508760"/>
              <a:gd name="textAreaBottom" fmla="*/ 1509120 h 1508760"/>
            </a:gdLst>
            <a:ahLst/>
            <a:rect l="textAreaLeft" t="textAreaTop" r="textAreaRight" b="textAreaBottom"/>
            <a:pathLst>
              <a:path w="28000" h="4192">
                <a:moveTo>
                  <a:pt x="0" y="4192"/>
                </a:moveTo>
                <a:lnTo>
                  <a:pt x="0" y="0"/>
                </a:lnTo>
                <a:lnTo>
                  <a:pt x="28000" y="0"/>
                </a:lnTo>
                <a:lnTo>
                  <a:pt x="28000" y="191"/>
                </a:lnTo>
                <a:lnTo>
                  <a:pt x="0" y="4192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272520" y="4246560"/>
            <a:ext cx="8801640" cy="331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7"/>
          </p:nvPr>
        </p:nvSpPr>
        <p:spPr>
          <a:xfrm>
            <a:off x="5579640" y="5129640"/>
            <a:ext cx="43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8"/>
          </p:nvPr>
        </p:nvSpPr>
        <p:spPr>
          <a:xfrm>
            <a:off x="7379640" y="4589640"/>
            <a:ext cx="25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C77FFC2-4F12-4BE4-9AB2-7603157FF5CF}" type="slidenum">
              <a:rPr b="0" lang="en-US" sz="2600" spc="-1" strike="noStrike">
                <a:solidFill>
                  <a:srgbClr val="000000"/>
                </a:solidFill>
                <a:latin typeface="Arial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9"/>
          </p:nvPr>
        </p:nvSpPr>
        <p:spPr>
          <a:xfrm>
            <a:off x="7019640" y="4913640"/>
            <a:ext cx="287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1096920" y="4388760"/>
            <a:ext cx="8982360" cy="1280520"/>
          </a:xfrm>
          <a:custGeom>
            <a:avLst/>
            <a:gdLst>
              <a:gd name="textAreaLeft" fmla="*/ 0 w 8982360"/>
              <a:gd name="textAreaRight" fmla="*/ 8982720 w 8982360"/>
              <a:gd name="textAreaTop" fmla="*/ 0 h 1280520"/>
              <a:gd name="textAreaBottom" fmla="*/ 1280880 h 1280520"/>
            </a:gdLst>
            <a:ahLst/>
            <a:rect l="textAreaLeft" t="textAreaTop" r="textAreaRight" b="textAreaBottom"/>
            <a:pathLst>
              <a:path w="24952" h="3558">
                <a:moveTo>
                  <a:pt x="0" y="3558"/>
                </a:moveTo>
                <a:lnTo>
                  <a:pt x="24951" y="3557"/>
                </a:lnTo>
                <a:lnTo>
                  <a:pt x="24952" y="0"/>
                </a:lnTo>
                <a:lnTo>
                  <a:pt x="0" y="35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0" y="411120"/>
            <a:ext cx="10079640" cy="5258160"/>
          </a:xfrm>
          <a:custGeom>
            <a:avLst/>
            <a:gdLst>
              <a:gd name="textAreaLeft" fmla="*/ 0 w 10079640"/>
              <a:gd name="textAreaRight" fmla="*/ 10080000 w 10079640"/>
              <a:gd name="textAreaTop" fmla="*/ 0 h 5258160"/>
              <a:gd name="textAreaBottom" fmla="*/ 5258520 h 5258160"/>
            </a:gdLst>
            <a:ahLst/>
            <a:rect l="textAreaLeft" t="textAreaTop" r="textAreaRight" b="textAreaBottom"/>
            <a:pathLst>
              <a:path w="28000" h="14607">
                <a:moveTo>
                  <a:pt x="0" y="14607"/>
                </a:moveTo>
                <a:lnTo>
                  <a:pt x="508" y="14607"/>
                </a:lnTo>
                <a:lnTo>
                  <a:pt x="28000" y="10668"/>
                </a:lnTo>
                <a:lnTo>
                  <a:pt x="28000" y="0"/>
                </a:lnTo>
                <a:lnTo>
                  <a:pt x="0" y="4001"/>
                </a:lnTo>
                <a:lnTo>
                  <a:pt x="0" y="14607"/>
                </a:lnTo>
                <a:close/>
              </a:path>
            </a:pathLst>
          </a:custGeom>
          <a:solidFill>
            <a:srgbClr val="b2b2b2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0080000" cy="1714320"/>
          </a:xfrm>
          <a:custGeom>
            <a:avLst/>
            <a:gdLst>
              <a:gd name="textAreaLeft" fmla="*/ 0 w 10080000"/>
              <a:gd name="textAreaRight" fmla="*/ 10080360 w 10080000"/>
              <a:gd name="textAreaTop" fmla="*/ 0 h 1714320"/>
              <a:gd name="textAreaBottom" fmla="*/ 1714680 h 1714320"/>
            </a:gdLst>
            <a:ahLst/>
            <a:rect l="textAreaLeft" t="textAreaTop" r="textAreaRight" b="textAreaBottom"/>
            <a:pathLst>
              <a:path w="28001" h="4763">
                <a:moveTo>
                  <a:pt x="1" y="4763"/>
                </a:moveTo>
                <a:lnTo>
                  <a:pt x="0" y="0"/>
                </a:lnTo>
                <a:lnTo>
                  <a:pt x="28000" y="0"/>
                </a:lnTo>
                <a:lnTo>
                  <a:pt x="28001" y="762"/>
                </a:lnTo>
                <a:lnTo>
                  <a:pt x="1" y="4763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272520" y="4246560"/>
            <a:ext cx="8801640" cy="331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0"/>
          </p:nvPr>
        </p:nvSpPr>
        <p:spPr>
          <a:xfrm>
            <a:off x="5579640" y="5129640"/>
            <a:ext cx="43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1"/>
          </p:nvPr>
        </p:nvSpPr>
        <p:spPr>
          <a:xfrm>
            <a:off x="7379640" y="4589640"/>
            <a:ext cx="25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961093-52A6-4F07-B76D-FADBFD7EAAA2}" type="slidenum">
              <a:rPr b="0" lang="en-US" sz="2600" spc="-1" strike="noStrike">
                <a:solidFill>
                  <a:srgbClr val="000000"/>
                </a:solidFill>
                <a:latin typeface="Arial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2"/>
          </p:nvPr>
        </p:nvSpPr>
        <p:spPr>
          <a:xfrm>
            <a:off x="7019640" y="4913640"/>
            <a:ext cx="287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>
            <a:off x="1403640" y="4388760"/>
            <a:ext cx="8676000" cy="1280160"/>
          </a:xfrm>
          <a:custGeom>
            <a:avLst/>
            <a:gdLst>
              <a:gd name="textAreaLeft" fmla="*/ 0 w 8676000"/>
              <a:gd name="textAreaRight" fmla="*/ 8676360 w 8676000"/>
              <a:gd name="textAreaTop" fmla="*/ 0 h 1280160"/>
              <a:gd name="textAreaBottom" fmla="*/ 1280520 h 1280160"/>
            </a:gdLst>
            <a:ahLst/>
            <a:rect l="textAreaLeft" t="textAreaTop" r="textAreaRight" b="textAreaBottom"/>
            <a:pathLst>
              <a:path w="24101" h="3557">
                <a:moveTo>
                  <a:pt x="0" y="3557"/>
                </a:moveTo>
                <a:lnTo>
                  <a:pt x="24100" y="3557"/>
                </a:lnTo>
                <a:lnTo>
                  <a:pt x="24101" y="0"/>
                </a:lnTo>
                <a:lnTo>
                  <a:pt x="0" y="3557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0" y="0"/>
            <a:ext cx="10079640" cy="2400120"/>
          </a:xfrm>
          <a:custGeom>
            <a:avLst/>
            <a:gdLst>
              <a:gd name="textAreaLeft" fmla="*/ 0 w 10079640"/>
              <a:gd name="textAreaRight" fmla="*/ 10080000 w 10079640"/>
              <a:gd name="textAreaTop" fmla="*/ 0 h 2400120"/>
              <a:gd name="textAreaBottom" fmla="*/ 2400480 h 2400120"/>
            </a:gdLst>
            <a:ahLst/>
            <a:rect l="textAreaLeft" t="textAreaTop" r="textAreaRight" b="textAreaBottom"/>
            <a:pathLst>
              <a:path w="28000" h="6668">
                <a:moveTo>
                  <a:pt x="0" y="6668"/>
                </a:moveTo>
                <a:lnTo>
                  <a:pt x="0" y="0"/>
                </a:lnTo>
                <a:lnTo>
                  <a:pt x="28000" y="0"/>
                </a:lnTo>
                <a:lnTo>
                  <a:pt x="28000" y="2667"/>
                </a:lnTo>
                <a:lnTo>
                  <a:pt x="0" y="6668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0" y="0"/>
            <a:ext cx="10079640" cy="2400120"/>
          </a:xfrm>
          <a:custGeom>
            <a:avLst/>
            <a:gdLst>
              <a:gd name="textAreaLeft" fmla="*/ 0 w 10079640"/>
              <a:gd name="textAreaRight" fmla="*/ 10080000 w 10079640"/>
              <a:gd name="textAreaTop" fmla="*/ 0 h 2400120"/>
              <a:gd name="textAreaBottom" fmla="*/ 2400480 h 2400120"/>
            </a:gdLst>
            <a:ahLst/>
            <a:rect l="textAreaLeft" t="textAreaTop" r="textAreaRight" b="textAreaBottom"/>
            <a:pathLst>
              <a:path w="28000" h="6668">
                <a:moveTo>
                  <a:pt x="0" y="6668"/>
                </a:moveTo>
                <a:lnTo>
                  <a:pt x="0" y="0"/>
                </a:lnTo>
                <a:lnTo>
                  <a:pt x="28000" y="0"/>
                </a:lnTo>
                <a:lnTo>
                  <a:pt x="28000" y="2667"/>
                </a:lnTo>
                <a:lnTo>
                  <a:pt x="0" y="6668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403640" y="4388760"/>
            <a:ext cx="8676000" cy="1280160"/>
          </a:xfrm>
          <a:custGeom>
            <a:avLst/>
            <a:gdLst>
              <a:gd name="textAreaLeft" fmla="*/ 0 w 8676000"/>
              <a:gd name="textAreaRight" fmla="*/ 8676360 w 8676000"/>
              <a:gd name="textAreaTop" fmla="*/ 0 h 1280160"/>
              <a:gd name="textAreaBottom" fmla="*/ 1280520 h 1280160"/>
            </a:gdLst>
            <a:ahLst/>
            <a:rect l="textAreaLeft" t="textAreaTop" r="textAreaRight" b="textAreaBottom"/>
            <a:pathLst>
              <a:path w="24101" h="3557">
                <a:moveTo>
                  <a:pt x="0" y="3557"/>
                </a:moveTo>
                <a:lnTo>
                  <a:pt x="24100" y="3557"/>
                </a:lnTo>
                <a:lnTo>
                  <a:pt x="24101" y="0"/>
                </a:lnTo>
                <a:lnTo>
                  <a:pt x="0" y="3557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6480" y="-9720"/>
            <a:ext cx="10079640" cy="2468520"/>
          </a:xfrm>
          <a:custGeom>
            <a:avLst/>
            <a:gdLst>
              <a:gd name="textAreaLeft" fmla="*/ 0 w 10079640"/>
              <a:gd name="textAreaRight" fmla="*/ 10080000 w 10079640"/>
              <a:gd name="textAreaTop" fmla="*/ 0 h 2468520"/>
              <a:gd name="textAreaBottom" fmla="*/ 2468880 h 2468520"/>
            </a:gdLst>
            <a:ahLst/>
            <a:rect l="textAreaLeft" t="textAreaTop" r="textAreaRight" b="textAreaBottom"/>
            <a:pathLst>
              <a:path w="28000" h="6858">
                <a:moveTo>
                  <a:pt x="0" y="6858"/>
                </a:moveTo>
                <a:lnTo>
                  <a:pt x="0" y="0"/>
                </a:lnTo>
                <a:lnTo>
                  <a:pt x="28000" y="0"/>
                </a:lnTo>
                <a:lnTo>
                  <a:pt x="28000" y="2841"/>
                </a:lnTo>
                <a:lnTo>
                  <a:pt x="0" y="68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1403280" y="4388760"/>
            <a:ext cx="8676000" cy="1280160"/>
          </a:xfrm>
          <a:custGeom>
            <a:avLst/>
            <a:gdLst>
              <a:gd name="textAreaLeft" fmla="*/ 0 w 8676000"/>
              <a:gd name="textAreaRight" fmla="*/ 8676360 w 8676000"/>
              <a:gd name="textAreaTop" fmla="*/ 0 h 1280160"/>
              <a:gd name="textAreaBottom" fmla="*/ 1280520 h 1280160"/>
            </a:gdLst>
            <a:ahLst/>
            <a:rect l="textAreaLeft" t="textAreaTop" r="textAreaRight" b="textAreaBottom"/>
            <a:pathLst>
              <a:path w="24101" h="3557">
                <a:moveTo>
                  <a:pt x="0" y="3557"/>
                </a:moveTo>
                <a:lnTo>
                  <a:pt x="24100" y="3557"/>
                </a:lnTo>
                <a:lnTo>
                  <a:pt x="24101" y="0"/>
                </a:lnTo>
                <a:lnTo>
                  <a:pt x="0" y="3557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 rot="20952000">
            <a:off x="223920" y="1917000"/>
            <a:ext cx="9401760" cy="2593800"/>
          </a:xfrm>
          <a:prstGeom prst="roundRect">
            <a:avLst>
              <a:gd name="adj" fmla="val 6298"/>
            </a:avLst>
          </a:prstGeom>
          <a:solidFill>
            <a:srgbClr val="b2b2b2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" name=""/>
          <p:cNvSpPr/>
          <p:nvPr/>
        </p:nvSpPr>
        <p:spPr>
          <a:xfrm>
            <a:off x="273960" y="2759400"/>
            <a:ext cx="639720" cy="1225440"/>
          </a:xfrm>
          <a:prstGeom prst="rect">
            <a:avLst/>
          </a:prstGeom>
          <a:noFill/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8000" spc="-1" strike="noStrike">
                <a:solidFill>
                  <a:srgbClr val="000000"/>
                </a:solidFill>
                <a:latin typeface="Arial"/>
              </a:rPr>
              <a:t>“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9215640" y="3517560"/>
            <a:ext cx="639720" cy="1225440"/>
          </a:xfrm>
          <a:prstGeom prst="rect">
            <a:avLst/>
          </a:prstGeom>
          <a:noFill/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8000" spc="-1" strike="noStrike">
                <a:solidFill>
                  <a:srgbClr val="000000"/>
                </a:solidFill>
                <a:latin typeface="Arial"/>
              </a:rPr>
              <a:t>”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272520" y="4246560"/>
            <a:ext cx="8801640" cy="331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13"/>
          </p:nvPr>
        </p:nvSpPr>
        <p:spPr>
          <a:xfrm>
            <a:off x="5579640" y="5129640"/>
            <a:ext cx="43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4"/>
          </p:nvPr>
        </p:nvSpPr>
        <p:spPr>
          <a:xfrm>
            <a:off x="7379640" y="4589640"/>
            <a:ext cx="251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572EB1-6A5F-4767-A2D8-369F219D8305}" type="slidenum">
              <a:rPr b="0" lang="en-US" sz="2600" spc="-1" strike="noStrike">
                <a:solidFill>
                  <a:srgbClr val="000000"/>
                </a:solidFill>
                <a:latin typeface="Arial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dt" idx="15"/>
          </p:nvPr>
        </p:nvSpPr>
        <p:spPr>
          <a:xfrm>
            <a:off x="7019640" y="4913640"/>
            <a:ext cx="2879640" cy="3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 rot="21114000">
            <a:off x="445680" y="2255040"/>
            <a:ext cx="9002160" cy="160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600" spc="-1" strike="noStrike">
                <a:solidFill>
                  <a:srgbClr val="000000"/>
                </a:solidFill>
                <a:latin typeface="Arial"/>
              </a:rPr>
              <a:t>‘</a:t>
            </a:r>
            <a:r>
              <a:rPr b="1" lang="en-US" sz="5600" spc="-1" strike="noStrike">
                <a:solidFill>
                  <a:srgbClr val="000000"/>
                </a:solidFill>
                <a:latin typeface="Arial"/>
              </a:rPr>
              <a:t>Kaput’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 rot="21117000">
            <a:off x="614520" y="3528000"/>
            <a:ext cx="880308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fld id="{29B1648A-B5BA-4F31-9EBB-562F5A82DCEB}" type="author">
              <a:rPr b="0" lang="en-US" sz="3200" spc="-1" strike="noStrike">
                <a:solidFill>
                  <a:srgbClr val="000000"/>
                </a:solidFill>
                <a:latin typeface="Arial"/>
              </a:rPr>
              <a:t> </a:t>
            </a:fld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By team ‘Modemas’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 rot="21111000">
            <a:off x="124560" y="-13320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Relational database and EF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503280" y="1515240"/>
            <a:ext cx="886968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0EC059C-F7B4-427D-B0DD-13AC9B678473}" type="slidenum">
              <a:t>2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Generics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3640" y="1785240"/>
            <a:ext cx="886968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377A0B0-63B1-481D-915A-D7BE192101D6}" type="slidenum">
              <a:t>3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Exceptions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3640" y="1785240"/>
            <a:ext cx="886968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" name="" descr=""/>
          <p:cNvPicPr/>
          <p:nvPr/>
        </p:nvPicPr>
        <p:blipFill>
          <a:blip r:embed="rId1"/>
          <a:stretch/>
        </p:blipFill>
        <p:spPr>
          <a:xfrm>
            <a:off x="400320" y="1759320"/>
            <a:ext cx="4171680" cy="32698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C70CC3A-3746-4837-92F6-0908520305DD}" type="slidenum">
              <a:t>4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Async / await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503640" y="1785240"/>
            <a:ext cx="886968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" descr=""/>
          <p:cNvPicPr/>
          <p:nvPr/>
        </p:nvPicPr>
        <p:blipFill>
          <a:blip r:embed="rId1"/>
          <a:stretch/>
        </p:blipFill>
        <p:spPr>
          <a:xfrm>
            <a:off x="5029200" y="1733760"/>
            <a:ext cx="4711320" cy="12380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DE73CA0-5218-4B0D-8116-705105A4231F}" type="slidenum">
              <a:t>5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Concurrent collections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" descr=""/>
          <p:cNvPicPr/>
          <p:nvPr/>
        </p:nvPicPr>
        <p:blipFill>
          <a:blip r:embed="rId1"/>
          <a:stretch/>
        </p:blipFill>
        <p:spPr>
          <a:xfrm>
            <a:off x="457200" y="1748880"/>
            <a:ext cx="3446640" cy="37375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D1EF43A-411E-4464-AF08-E99A97A69ED9}" type="slidenum">
              <a:t>6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Dependency injection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" name="" descr=""/>
          <p:cNvPicPr/>
          <p:nvPr/>
        </p:nvPicPr>
        <p:blipFill>
          <a:blip r:embed="rId1"/>
          <a:stretch/>
        </p:blipFill>
        <p:spPr>
          <a:xfrm>
            <a:off x="609840" y="1886400"/>
            <a:ext cx="6476760" cy="26856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C06F6B3-7163-42C9-9D76-B3C3549EA99E}" type="slidenum">
              <a:t>7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 rot="21111000">
            <a:off x="91800" y="67320"/>
            <a:ext cx="9001440" cy="9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Tests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3640" y="1785240"/>
            <a:ext cx="886968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2F46D99-855A-4C92-887D-72D26FAA5D16}" type="slidenum">
              <a:t>8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 rot="21114000">
            <a:off x="445680" y="2255040"/>
            <a:ext cx="9002160" cy="160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600" spc="-1" strike="noStrike">
                <a:solidFill>
                  <a:srgbClr val="000000"/>
                </a:solidFill>
                <a:latin typeface="Arial"/>
              </a:rPr>
              <a:t>Thank you for listening!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 rot="21117000">
            <a:off x="614520" y="3528000"/>
            <a:ext cx="880308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fld id="{39F3C02E-D0C5-4035-B8FF-BF8E9BDE5A71}" type="author">
              <a:rPr b="0" lang="en-US" sz="2400" spc="-1" strike="noStrike">
                <a:solidFill>
                  <a:srgbClr val="000000"/>
                </a:solidFill>
                <a:latin typeface="Arial"/>
              </a:rPr>
              <a:t> </a:t>
            </a:fld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2025-11-19T17:49:00Z</dcterms:created>
  <dc:creator/>
  <dc:description/>
  <dc:language>en-US</dc:language>
  <cp:lastModifiedBy/>
  <dcterms:modified xsi:type="dcterms:W3CDTF">2025-11-19T18:05:59Z</dcterms:modified>
  <cp:revision>5</cp:revision>
  <dc:subject/>
  <dc:title>Progress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