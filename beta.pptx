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217B84-3824-4A9A-BC80-7319654176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D6CDAC5-CAB9-4305-8962-AF0CE2CC0A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9E8F91C-0D66-439F-AAFA-7866356D7E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F741934-4BA5-4A96-9682-8A7AB2F89F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F6B1267-FB13-4069-85CA-982D86BC06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0" y="0"/>
            <a:ext cx="10080000" cy="4251600"/>
          </a:xfrm>
          <a:custGeom>
            <a:avLst/>
            <a:gdLst>
              <a:gd name="textAreaLeft" fmla="*/ 0 w 10080000"/>
              <a:gd name="textAreaRight" fmla="*/ 10080360 w 10080000"/>
              <a:gd name="textAreaTop" fmla="*/ 0 h 4251600"/>
              <a:gd name="textAreaBottom" fmla="*/ 4251960 h 4251600"/>
            </a:gdLst>
            <a:ahLst/>
            <a:rect l="textAreaLeft" t="textAreaTop" r="textAreaRight" b="textAreaBottom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1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Liberation Sans Narrow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757FF5-7C24-4218-A0CE-5B4DCCEF9B96}" type="slidenum">
              <a:rPr b="0" lang="en-US" sz="2600" spc="-1" strike="noStrike">
                <a:solidFill>
                  <a:srgbClr val="000000"/>
                </a:solidFill>
                <a:latin typeface="Liberation Sans Narrow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dt" idx="3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0080000" cy="4251600"/>
          </a:xfrm>
          <a:custGeom>
            <a:avLst/>
            <a:gdLst>
              <a:gd name="textAreaLeft" fmla="*/ 0 w 10080000"/>
              <a:gd name="textAreaRight" fmla="*/ 10080360 w 10080000"/>
              <a:gd name="textAreaTop" fmla="*/ 0 h 4251600"/>
              <a:gd name="textAreaBottom" fmla="*/ 4251960 h 4251600"/>
            </a:gdLst>
            <a:ahLst/>
            <a:rect l="textAreaLeft" t="textAreaTop" r="textAreaRight" b="textAreaBottom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4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Liberation Sans Narrow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5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CE374C-C514-4E80-AFF6-A00F78700478}" type="slidenum">
              <a:rPr b="0" lang="en-US" sz="2600" spc="-1" strike="noStrike">
                <a:solidFill>
                  <a:srgbClr val="000000"/>
                </a:solidFill>
                <a:latin typeface="Liberation Sans Narrow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6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1096920" y="4388760"/>
            <a:ext cx="8982360" cy="1280520"/>
          </a:xfrm>
          <a:custGeom>
            <a:avLst/>
            <a:gdLst>
              <a:gd name="textAreaLeft" fmla="*/ 0 w 8982360"/>
              <a:gd name="textAreaRight" fmla="*/ 8982720 w 8982360"/>
              <a:gd name="textAreaTop" fmla="*/ 0 h 1280520"/>
              <a:gd name="textAreaBottom" fmla="*/ 1280880 h 1280520"/>
            </a:gdLst>
            <a:ahLst/>
            <a:rect l="textAreaLeft" t="textAreaTop" r="textAreaRight" b="textAreaBottom"/>
            <a:pathLst>
              <a:path w="24952" h="3558">
                <a:moveTo>
                  <a:pt x="0" y="3558"/>
                </a:moveTo>
                <a:lnTo>
                  <a:pt x="24951" y="3557"/>
                </a:lnTo>
                <a:lnTo>
                  <a:pt x="24952" y="0"/>
                </a:lnTo>
                <a:lnTo>
                  <a:pt x="0" y="35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0079640" cy="150876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1508760"/>
              <a:gd name="textAreaBottom" fmla="*/ 1509120 h 1508760"/>
            </a:gdLst>
            <a:ahLst/>
            <a:rect l="textAreaLeft" t="textAreaTop" r="textAreaRight" b="textAreaBottom"/>
            <a:pathLst>
              <a:path w="28000" h="4192">
                <a:moveTo>
                  <a:pt x="0" y="4192"/>
                </a:moveTo>
                <a:lnTo>
                  <a:pt x="0" y="0"/>
                </a:lnTo>
                <a:lnTo>
                  <a:pt x="28000" y="0"/>
                </a:lnTo>
                <a:lnTo>
                  <a:pt x="28000" y="191"/>
                </a:lnTo>
                <a:lnTo>
                  <a:pt x="0" y="4192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7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8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CEE82B-716D-4E3F-BCE2-02929EF04CFC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9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1096920" y="4388760"/>
            <a:ext cx="8982360" cy="1280520"/>
          </a:xfrm>
          <a:custGeom>
            <a:avLst/>
            <a:gdLst>
              <a:gd name="textAreaLeft" fmla="*/ 0 w 8982360"/>
              <a:gd name="textAreaRight" fmla="*/ 8982720 w 8982360"/>
              <a:gd name="textAreaTop" fmla="*/ 0 h 1280520"/>
              <a:gd name="textAreaBottom" fmla="*/ 1280880 h 1280520"/>
            </a:gdLst>
            <a:ahLst/>
            <a:rect l="textAreaLeft" t="textAreaTop" r="textAreaRight" b="textAreaBottom"/>
            <a:pathLst>
              <a:path w="24952" h="3558">
                <a:moveTo>
                  <a:pt x="0" y="3558"/>
                </a:moveTo>
                <a:lnTo>
                  <a:pt x="24951" y="3557"/>
                </a:lnTo>
                <a:lnTo>
                  <a:pt x="24952" y="0"/>
                </a:lnTo>
                <a:lnTo>
                  <a:pt x="0" y="35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0" y="411120"/>
            <a:ext cx="10079640" cy="525816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5258160"/>
              <a:gd name="textAreaBottom" fmla="*/ 5258520 h 5258160"/>
            </a:gdLst>
            <a:ahLst/>
            <a:rect l="textAreaLeft" t="textAreaTop" r="textAreaRight" b="textAreaBottom"/>
            <a:pathLst>
              <a:path w="28000" h="14607">
                <a:moveTo>
                  <a:pt x="0" y="14607"/>
                </a:moveTo>
                <a:lnTo>
                  <a:pt x="508" y="14607"/>
                </a:lnTo>
                <a:lnTo>
                  <a:pt x="28000" y="10668"/>
                </a:lnTo>
                <a:lnTo>
                  <a:pt x="28000" y="0"/>
                </a:lnTo>
                <a:lnTo>
                  <a:pt x="0" y="4001"/>
                </a:lnTo>
                <a:lnTo>
                  <a:pt x="0" y="14607"/>
                </a:lnTo>
                <a:close/>
              </a:path>
            </a:pathLst>
          </a:cu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0080000" cy="1714320"/>
          </a:xfrm>
          <a:custGeom>
            <a:avLst/>
            <a:gdLst>
              <a:gd name="textAreaLeft" fmla="*/ 0 w 10080000"/>
              <a:gd name="textAreaRight" fmla="*/ 10080360 w 10080000"/>
              <a:gd name="textAreaTop" fmla="*/ 0 h 1714320"/>
              <a:gd name="textAreaBottom" fmla="*/ 1714680 h 1714320"/>
            </a:gdLst>
            <a:ahLst/>
            <a:rect l="textAreaLeft" t="textAreaTop" r="textAreaRight" b="textAreaBottom"/>
            <a:pathLst>
              <a:path w="28001" h="4763">
                <a:moveTo>
                  <a:pt x="1" y="4763"/>
                </a:moveTo>
                <a:lnTo>
                  <a:pt x="0" y="0"/>
                </a:lnTo>
                <a:lnTo>
                  <a:pt x="28000" y="0"/>
                </a:lnTo>
                <a:lnTo>
                  <a:pt x="28001" y="762"/>
                </a:lnTo>
                <a:lnTo>
                  <a:pt x="1" y="4763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0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1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9FAE66-B0BE-4C04-8CCD-0DEFF82ACD96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2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>
            <a:off x="1403640" y="4388760"/>
            <a:ext cx="8676000" cy="1280160"/>
          </a:xfrm>
          <a:custGeom>
            <a:avLst/>
            <a:gdLst>
              <a:gd name="textAreaLeft" fmla="*/ 0 w 8676000"/>
              <a:gd name="textAreaRight" fmla="*/ 8676360 w 8676000"/>
              <a:gd name="textAreaTop" fmla="*/ 0 h 1280160"/>
              <a:gd name="textAreaBottom" fmla="*/ 1280520 h 128016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0079640" cy="240012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2400120"/>
              <a:gd name="textAreaBottom" fmla="*/ 2400480 h 2400120"/>
            </a:gdLst>
            <a:ahLst/>
            <a:rect l="textAreaLeft" t="textAreaTop" r="textAreaRight" b="textAreaBottom"/>
            <a:pathLst>
              <a:path w="28000" h="6668">
                <a:moveTo>
                  <a:pt x="0" y="6668"/>
                </a:moveTo>
                <a:lnTo>
                  <a:pt x="0" y="0"/>
                </a:lnTo>
                <a:lnTo>
                  <a:pt x="28000" y="0"/>
                </a:lnTo>
                <a:lnTo>
                  <a:pt x="28000" y="2667"/>
                </a:lnTo>
                <a:lnTo>
                  <a:pt x="0" y="6668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0" y="0"/>
            <a:ext cx="10079640" cy="240012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2400120"/>
              <a:gd name="textAreaBottom" fmla="*/ 2400480 h 2400120"/>
            </a:gdLst>
            <a:ahLst/>
            <a:rect l="textAreaLeft" t="textAreaTop" r="textAreaRight" b="textAreaBottom"/>
            <a:pathLst>
              <a:path w="28000" h="6668">
                <a:moveTo>
                  <a:pt x="0" y="6668"/>
                </a:moveTo>
                <a:lnTo>
                  <a:pt x="0" y="0"/>
                </a:lnTo>
                <a:lnTo>
                  <a:pt x="28000" y="0"/>
                </a:lnTo>
                <a:lnTo>
                  <a:pt x="28000" y="2667"/>
                </a:lnTo>
                <a:lnTo>
                  <a:pt x="0" y="6668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403640" y="4388760"/>
            <a:ext cx="8676000" cy="1280160"/>
          </a:xfrm>
          <a:custGeom>
            <a:avLst/>
            <a:gdLst>
              <a:gd name="textAreaLeft" fmla="*/ 0 w 8676000"/>
              <a:gd name="textAreaRight" fmla="*/ 8676360 w 8676000"/>
              <a:gd name="textAreaTop" fmla="*/ 0 h 1280160"/>
              <a:gd name="textAreaBottom" fmla="*/ 1280520 h 128016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6480" y="-9720"/>
            <a:ext cx="10079640" cy="246852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2468520"/>
              <a:gd name="textAreaBottom" fmla="*/ 2468880 h 2468520"/>
            </a:gdLst>
            <a:ahLst/>
            <a:rect l="textAreaLeft" t="textAreaTop" r="textAreaRight" b="textAreaBottom"/>
            <a:pathLst>
              <a:path w="28000" h="6858">
                <a:moveTo>
                  <a:pt x="0" y="6858"/>
                </a:moveTo>
                <a:lnTo>
                  <a:pt x="0" y="0"/>
                </a:lnTo>
                <a:lnTo>
                  <a:pt x="28000" y="0"/>
                </a:lnTo>
                <a:lnTo>
                  <a:pt x="28000" y="2841"/>
                </a:lnTo>
                <a:lnTo>
                  <a:pt x="0" y="68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403280" y="4388760"/>
            <a:ext cx="8676000" cy="1280160"/>
          </a:xfrm>
          <a:custGeom>
            <a:avLst/>
            <a:gdLst>
              <a:gd name="textAreaLeft" fmla="*/ 0 w 8676000"/>
              <a:gd name="textAreaRight" fmla="*/ 8676360 w 8676000"/>
              <a:gd name="textAreaTop" fmla="*/ 0 h 1280160"/>
              <a:gd name="textAreaBottom" fmla="*/ 1280520 h 128016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 rot="20952000">
            <a:off x="223920" y="1917000"/>
            <a:ext cx="9401760" cy="2593800"/>
          </a:xfrm>
          <a:prstGeom prst="roundRect">
            <a:avLst>
              <a:gd name="adj" fmla="val 6298"/>
            </a:avLst>
          </a:pr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273960" y="2759400"/>
            <a:ext cx="639720" cy="122544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Arial"/>
              </a:rPr>
              <a:t>“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9215640" y="3517560"/>
            <a:ext cx="639720" cy="122544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Arial"/>
              </a:rPr>
              <a:t>”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13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4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20B6FF-50B7-4137-A883-589FC23C89C5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dt" idx="15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 rot="21114000">
            <a:off x="445680" y="2255040"/>
            <a:ext cx="9002160" cy="160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‘</a:t>
            </a: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Kaput’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 rot="21117000">
            <a:off x="614520" y="3528000"/>
            <a:ext cx="88030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fld id="{C4BBA330-84A7-4404-96B9-DA97A333325F}" type="author"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fld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By team ‘Modemas’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 rot="21111000">
            <a:off x="124560" y="-13320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Relational database and EF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C57882-871D-432F-8E59-2090DCCCD09C}" type="slidenum">
              <a:t>2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Generics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432000" y="2057400"/>
            <a:ext cx="5511600" cy="21585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EE4919-94D8-4354-B725-653B0B547CCD}" type="slidenum">
              <a:t>3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Exceptions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3640" y="1785240"/>
            <a:ext cx="886968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400320" y="1759320"/>
            <a:ext cx="4171680" cy="32698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C8334D-2043-4A8A-B476-518A2D280B38}" type="slidenum">
              <a:t>4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Async / await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" name="" descr=""/>
          <p:cNvPicPr/>
          <p:nvPr/>
        </p:nvPicPr>
        <p:blipFill>
          <a:blip r:embed="rId1"/>
          <a:stretch/>
        </p:blipFill>
        <p:spPr>
          <a:xfrm>
            <a:off x="5029200" y="1733760"/>
            <a:ext cx="4711320" cy="12380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77B95FD-79C3-4B2C-9CCD-B41F1379664B}" type="slidenum">
              <a:t>5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Concurrent collections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457200" y="1748880"/>
            <a:ext cx="3446640" cy="37375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2C6404F-8158-4DE0-B16E-B9E7B51F88DE}" type="slidenum">
              <a:t>6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Dependency injection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609840" y="1886400"/>
            <a:ext cx="6476760" cy="26856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F64BCD-A96C-4854-A105-C1E181CD8ECD}" type="slidenum">
              <a:t>7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Tests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3DEB50F-511B-4E45-BA92-4B801F4A9CD9}" type="slidenum">
              <a:t>8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 rot="21114000">
            <a:off x="445680" y="2255040"/>
            <a:ext cx="9002160" cy="160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Thank you for listening!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 rot="21117000">
            <a:off x="614520" y="3528000"/>
            <a:ext cx="88030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fld id="{13D88A6D-A239-4A27-8EAC-0860C7CC923A}" type="author">
              <a:rPr b="0" lang="en-US" sz="2400" spc="-1" strike="noStrike">
                <a:solidFill>
                  <a:srgbClr val="000000"/>
                </a:solidFill>
                <a:latin typeface="Arial"/>
              </a:rPr>
              <a:t> </a:t>
            </a:fld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2025-11-19T17:49:00Z</dcterms:created>
  <dc:creator/>
  <dc:description/>
  <dc:language>en-US</dc:language>
  <cp:lastModifiedBy/>
  <dcterms:modified xsi:type="dcterms:W3CDTF">2025-11-19T20:33:04Z</dcterms:modified>
  <cp:revision>6</cp:revision>
  <dc:subject/>
  <dc:title>Progress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