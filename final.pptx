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2603C87-36F8-47CC-96F7-425CBDC4971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8FC44CD-10BF-47F5-8D1A-CE0D6F882C1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3684F62-C368-4FD3-B3FA-40E4A6B167C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3D6A5E6-23A2-4387-8ED3-3AED22A3B2A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ABD0E5-712D-4597-9BAC-03F1D67E89A9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5E2081D-7464-4994-8DBB-06CFE8DDC3C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App name – Kaput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Team – Modemas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Goal – creating a Kahoot like game that can automatically generate questions by using AI.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Problem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Point 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Point 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Point 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Problem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Who is affected?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Solution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Our app does this and that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Niche that distinguished it from it’s competition (Kahoot)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Why is that niche useful?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Demo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Live demo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Architecture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Frontend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Backend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Frontend and Backend communicate via SignalR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Questions are generated by api call to a seperate service (a docker container that hosts ollama models).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Testing &amp; Reliability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Images of test coverage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Value proposition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Not sure I need this slide?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We already have a solution and problem, which are kinda similar.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Team contributions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Everyone speaks individually.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0920" cy="438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Thank you for your attention!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2025-12-17T14:30:34Z</dcterms:created>
  <dc:creator/>
  <dc:description/>
  <dc:language>en-US</dc:language>
  <cp:lastModifiedBy/>
  <dcterms:modified xsi:type="dcterms:W3CDTF">2025-12-18T16:15:22Z</dcterms:modified>
  <cp:revision>20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