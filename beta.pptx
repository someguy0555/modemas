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EE2BAD-B3FC-43A1-9DAD-3E86CB1CBF2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0FDF24A-D70F-4207-A6BB-B1BF899F69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1F9420-4198-48C7-B671-E5C3044645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A5D341C-7163-4666-8AC7-6B744BD04E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801A7E4-280E-40EF-976B-9AA34F9DD90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0" y="0"/>
            <a:ext cx="10079280" cy="4250880"/>
          </a:xfrm>
          <a:custGeom>
            <a:avLst/>
            <a:gdLst>
              <a:gd name="textAreaLeft" fmla="*/ 0 w 10079280"/>
              <a:gd name="textAreaRight" fmla="*/ 10080360 w 10079280"/>
              <a:gd name="textAreaTop" fmla="*/ 0 h 4250880"/>
              <a:gd name="textAreaBottom" fmla="*/ 4251960 h 4250880"/>
            </a:gdLst>
            <a:ahLst/>
            <a:rect l="textAreaLeft" t="textAreaTop" r="textAreaRight" b="textAreaBottom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1"/>
          </p:nvPr>
        </p:nvSpPr>
        <p:spPr>
          <a:xfrm>
            <a:off x="5579640" y="5129640"/>
            <a:ext cx="43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Liberation Sans Narrow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2"/>
          </p:nvPr>
        </p:nvSpPr>
        <p:spPr>
          <a:xfrm>
            <a:off x="7379640" y="4589640"/>
            <a:ext cx="25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5CAA80-2ACD-4249-BB62-D288D6B3901F}" type="slidenum">
              <a:rPr b="0" lang="en-US" sz="2600" spc="-1" strike="noStrike">
                <a:solidFill>
                  <a:srgbClr val="000000"/>
                </a:solidFill>
                <a:latin typeface="Liberation Sans Narrow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dt" idx="3"/>
          </p:nvPr>
        </p:nvSpPr>
        <p:spPr>
          <a:xfrm>
            <a:off x="7019640" y="4913640"/>
            <a:ext cx="287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0" y="0"/>
            <a:ext cx="10079280" cy="4250880"/>
          </a:xfrm>
          <a:custGeom>
            <a:avLst/>
            <a:gdLst>
              <a:gd name="textAreaLeft" fmla="*/ 0 w 10079280"/>
              <a:gd name="textAreaRight" fmla="*/ 10080360 w 10079280"/>
              <a:gd name="textAreaTop" fmla="*/ 0 h 4250880"/>
              <a:gd name="textAreaBottom" fmla="*/ 4251960 h 4250880"/>
            </a:gdLst>
            <a:ahLst/>
            <a:rect l="textAreaLeft" t="textAreaTop" r="textAreaRight" b="textAreaBottom"/>
            <a:pathLst>
              <a:path w="28001" h="11811">
                <a:moveTo>
                  <a:pt x="0" y="11811"/>
                </a:moveTo>
                <a:lnTo>
                  <a:pt x="0" y="0"/>
                </a:lnTo>
                <a:lnTo>
                  <a:pt x="28001" y="0"/>
                </a:lnTo>
                <a:lnTo>
                  <a:pt x="28001" y="7811"/>
                </a:lnTo>
                <a:lnTo>
                  <a:pt x="0" y="11811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ftr" idx="4"/>
          </p:nvPr>
        </p:nvSpPr>
        <p:spPr>
          <a:xfrm>
            <a:off x="5579640" y="5129640"/>
            <a:ext cx="43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Liberation Sans Narrow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sldNum" idx="5"/>
          </p:nvPr>
        </p:nvSpPr>
        <p:spPr>
          <a:xfrm>
            <a:off x="7379640" y="4589640"/>
            <a:ext cx="25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Liberation Sans Narrow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88FF40-97B9-485A-B85A-7B347881F351}" type="slidenum">
              <a:rPr b="0" lang="en-US" sz="2600" spc="-1" strike="noStrike">
                <a:solidFill>
                  <a:srgbClr val="000000"/>
                </a:solidFill>
                <a:latin typeface="Liberation Sans Narrow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6"/>
          </p:nvPr>
        </p:nvSpPr>
        <p:spPr>
          <a:xfrm>
            <a:off x="7019640" y="4913640"/>
            <a:ext cx="287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>
            <a:off x="1096920" y="4388760"/>
            <a:ext cx="8981640" cy="1279800"/>
          </a:xfrm>
          <a:custGeom>
            <a:avLst/>
            <a:gdLst>
              <a:gd name="textAreaLeft" fmla="*/ 0 w 8981640"/>
              <a:gd name="textAreaRight" fmla="*/ 8982720 w 8981640"/>
              <a:gd name="textAreaTop" fmla="*/ 0 h 1279800"/>
              <a:gd name="textAreaBottom" fmla="*/ 1280880 h 1279800"/>
            </a:gdLst>
            <a:ahLst/>
            <a:rect l="textAreaLeft" t="textAreaTop" r="textAreaRight" b="textAreaBottom"/>
            <a:pathLst>
              <a:path w="24952" h="3558">
                <a:moveTo>
                  <a:pt x="0" y="3558"/>
                </a:moveTo>
                <a:lnTo>
                  <a:pt x="24951" y="3557"/>
                </a:lnTo>
                <a:lnTo>
                  <a:pt x="24952" y="0"/>
                </a:lnTo>
                <a:lnTo>
                  <a:pt x="0" y="35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" name=""/>
          <p:cNvSpPr/>
          <p:nvPr/>
        </p:nvSpPr>
        <p:spPr>
          <a:xfrm>
            <a:off x="0" y="0"/>
            <a:ext cx="10078920" cy="1508040"/>
          </a:xfrm>
          <a:custGeom>
            <a:avLst/>
            <a:gdLst>
              <a:gd name="textAreaLeft" fmla="*/ 0 w 10078920"/>
              <a:gd name="textAreaRight" fmla="*/ 10080000 w 10078920"/>
              <a:gd name="textAreaTop" fmla="*/ 0 h 1508040"/>
              <a:gd name="textAreaBottom" fmla="*/ 1509120 h 1508040"/>
            </a:gdLst>
            <a:ahLst/>
            <a:rect l="textAreaLeft" t="textAreaTop" r="textAreaRight" b="textAreaBottom"/>
            <a:pathLst>
              <a:path w="28000" h="4192">
                <a:moveTo>
                  <a:pt x="0" y="4192"/>
                </a:moveTo>
                <a:lnTo>
                  <a:pt x="0" y="0"/>
                </a:lnTo>
                <a:lnTo>
                  <a:pt x="28000" y="0"/>
                </a:lnTo>
                <a:lnTo>
                  <a:pt x="28000" y="191"/>
                </a:lnTo>
                <a:lnTo>
                  <a:pt x="0" y="4192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7"/>
          </p:nvPr>
        </p:nvSpPr>
        <p:spPr>
          <a:xfrm>
            <a:off x="5579640" y="5129640"/>
            <a:ext cx="43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8"/>
          </p:nvPr>
        </p:nvSpPr>
        <p:spPr>
          <a:xfrm>
            <a:off x="7379640" y="4589640"/>
            <a:ext cx="25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0FEA26B-19E1-4999-A157-C8DBC7199FD0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9"/>
          </p:nvPr>
        </p:nvSpPr>
        <p:spPr>
          <a:xfrm>
            <a:off x="7019640" y="4913640"/>
            <a:ext cx="287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1096920" y="4388760"/>
            <a:ext cx="8981640" cy="1279800"/>
          </a:xfrm>
          <a:custGeom>
            <a:avLst/>
            <a:gdLst>
              <a:gd name="textAreaLeft" fmla="*/ 0 w 8981640"/>
              <a:gd name="textAreaRight" fmla="*/ 8982720 w 8981640"/>
              <a:gd name="textAreaTop" fmla="*/ 0 h 1279800"/>
              <a:gd name="textAreaBottom" fmla="*/ 1280880 h 1279800"/>
            </a:gdLst>
            <a:ahLst/>
            <a:rect l="textAreaLeft" t="textAreaTop" r="textAreaRight" b="textAreaBottom"/>
            <a:pathLst>
              <a:path w="24952" h="3558">
                <a:moveTo>
                  <a:pt x="0" y="3558"/>
                </a:moveTo>
                <a:lnTo>
                  <a:pt x="24951" y="3557"/>
                </a:lnTo>
                <a:lnTo>
                  <a:pt x="24952" y="0"/>
                </a:lnTo>
                <a:lnTo>
                  <a:pt x="0" y="35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" name=""/>
          <p:cNvSpPr/>
          <p:nvPr/>
        </p:nvSpPr>
        <p:spPr>
          <a:xfrm>
            <a:off x="0" y="411120"/>
            <a:ext cx="10078920" cy="5257440"/>
          </a:xfrm>
          <a:custGeom>
            <a:avLst/>
            <a:gdLst>
              <a:gd name="textAreaLeft" fmla="*/ 0 w 10078920"/>
              <a:gd name="textAreaRight" fmla="*/ 10080000 w 10078920"/>
              <a:gd name="textAreaTop" fmla="*/ 0 h 5257440"/>
              <a:gd name="textAreaBottom" fmla="*/ 5258520 h 5257440"/>
            </a:gdLst>
            <a:ahLst/>
            <a:rect l="textAreaLeft" t="textAreaTop" r="textAreaRight" b="textAreaBottom"/>
            <a:pathLst>
              <a:path w="28000" h="14607">
                <a:moveTo>
                  <a:pt x="0" y="14607"/>
                </a:moveTo>
                <a:lnTo>
                  <a:pt x="508" y="14607"/>
                </a:lnTo>
                <a:lnTo>
                  <a:pt x="28000" y="10668"/>
                </a:lnTo>
                <a:lnTo>
                  <a:pt x="28000" y="0"/>
                </a:lnTo>
                <a:lnTo>
                  <a:pt x="0" y="4001"/>
                </a:lnTo>
                <a:lnTo>
                  <a:pt x="0" y="14607"/>
                </a:lnTo>
                <a:close/>
              </a:path>
            </a:pathLst>
          </a:cu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0079280" cy="1713600"/>
          </a:xfrm>
          <a:custGeom>
            <a:avLst/>
            <a:gdLst>
              <a:gd name="textAreaLeft" fmla="*/ 0 w 10079280"/>
              <a:gd name="textAreaRight" fmla="*/ 10080360 w 10079280"/>
              <a:gd name="textAreaTop" fmla="*/ 0 h 1713600"/>
              <a:gd name="textAreaBottom" fmla="*/ 1714680 h 1713600"/>
            </a:gdLst>
            <a:ahLst/>
            <a:rect l="textAreaLeft" t="textAreaTop" r="textAreaRight" b="textAreaBottom"/>
            <a:pathLst>
              <a:path w="28001" h="4763">
                <a:moveTo>
                  <a:pt x="1" y="4763"/>
                </a:moveTo>
                <a:lnTo>
                  <a:pt x="0" y="0"/>
                </a:lnTo>
                <a:lnTo>
                  <a:pt x="28000" y="0"/>
                </a:lnTo>
                <a:lnTo>
                  <a:pt x="28001" y="762"/>
                </a:lnTo>
                <a:lnTo>
                  <a:pt x="1" y="4763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10"/>
          </p:nvPr>
        </p:nvSpPr>
        <p:spPr>
          <a:xfrm>
            <a:off x="5579640" y="5129640"/>
            <a:ext cx="43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sldNum" idx="11"/>
          </p:nvPr>
        </p:nvSpPr>
        <p:spPr>
          <a:xfrm>
            <a:off x="7379640" y="4589640"/>
            <a:ext cx="25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42C98A-53F4-4906-99AC-C09F16519047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2"/>
          </p:nvPr>
        </p:nvSpPr>
        <p:spPr>
          <a:xfrm>
            <a:off x="7019640" y="4913640"/>
            <a:ext cx="287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>
            <a:off x="1403640" y="4388760"/>
            <a:ext cx="8675280" cy="1279440"/>
          </a:xfrm>
          <a:custGeom>
            <a:avLst/>
            <a:gdLst>
              <a:gd name="textAreaLeft" fmla="*/ 0 w 8675280"/>
              <a:gd name="textAreaRight" fmla="*/ 8676360 w 8675280"/>
              <a:gd name="textAreaTop" fmla="*/ 0 h 1279440"/>
              <a:gd name="textAreaBottom" fmla="*/ 1280520 h 127944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0" y="0"/>
            <a:ext cx="10078920" cy="2399400"/>
          </a:xfrm>
          <a:custGeom>
            <a:avLst/>
            <a:gdLst>
              <a:gd name="textAreaLeft" fmla="*/ 0 w 10078920"/>
              <a:gd name="textAreaRight" fmla="*/ 10080000 w 10078920"/>
              <a:gd name="textAreaTop" fmla="*/ 0 h 2399400"/>
              <a:gd name="textAreaBottom" fmla="*/ 2400480 h 2399400"/>
            </a:gdLst>
            <a:ahLst/>
            <a:rect l="textAreaLeft" t="textAreaTop" r="textAreaRight" b="textAreaBottom"/>
            <a:pathLst>
              <a:path w="28000" h="6668">
                <a:moveTo>
                  <a:pt x="0" y="6668"/>
                </a:moveTo>
                <a:lnTo>
                  <a:pt x="0" y="0"/>
                </a:lnTo>
                <a:lnTo>
                  <a:pt x="28000" y="0"/>
                </a:lnTo>
                <a:lnTo>
                  <a:pt x="28000" y="2667"/>
                </a:lnTo>
                <a:lnTo>
                  <a:pt x="0" y="6668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" name=""/>
          <p:cNvSpPr/>
          <p:nvPr/>
        </p:nvSpPr>
        <p:spPr>
          <a:xfrm>
            <a:off x="0" y="0"/>
            <a:ext cx="10078920" cy="2399400"/>
          </a:xfrm>
          <a:custGeom>
            <a:avLst/>
            <a:gdLst>
              <a:gd name="textAreaLeft" fmla="*/ 0 w 10078920"/>
              <a:gd name="textAreaRight" fmla="*/ 10080000 w 10078920"/>
              <a:gd name="textAreaTop" fmla="*/ 0 h 2399400"/>
              <a:gd name="textAreaBottom" fmla="*/ 2400480 h 2399400"/>
            </a:gdLst>
            <a:ahLst/>
            <a:rect l="textAreaLeft" t="textAreaTop" r="textAreaRight" b="textAreaBottom"/>
            <a:pathLst>
              <a:path w="28000" h="6668">
                <a:moveTo>
                  <a:pt x="0" y="6668"/>
                </a:moveTo>
                <a:lnTo>
                  <a:pt x="0" y="0"/>
                </a:lnTo>
                <a:lnTo>
                  <a:pt x="28000" y="0"/>
                </a:lnTo>
                <a:lnTo>
                  <a:pt x="28000" y="2667"/>
                </a:lnTo>
                <a:lnTo>
                  <a:pt x="0" y="6668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" name=""/>
          <p:cNvSpPr/>
          <p:nvPr/>
        </p:nvSpPr>
        <p:spPr>
          <a:xfrm>
            <a:off x="1403640" y="4388760"/>
            <a:ext cx="8675280" cy="1279440"/>
          </a:xfrm>
          <a:custGeom>
            <a:avLst/>
            <a:gdLst>
              <a:gd name="textAreaLeft" fmla="*/ 0 w 8675280"/>
              <a:gd name="textAreaRight" fmla="*/ 8676360 w 8675280"/>
              <a:gd name="textAreaTop" fmla="*/ 0 h 1279440"/>
              <a:gd name="textAreaBottom" fmla="*/ 1280520 h 127944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" name=""/>
          <p:cNvSpPr/>
          <p:nvPr/>
        </p:nvSpPr>
        <p:spPr>
          <a:xfrm>
            <a:off x="6480" y="-9720"/>
            <a:ext cx="10078920" cy="2467800"/>
          </a:xfrm>
          <a:custGeom>
            <a:avLst/>
            <a:gdLst>
              <a:gd name="textAreaLeft" fmla="*/ 0 w 10078920"/>
              <a:gd name="textAreaRight" fmla="*/ 10080000 w 10078920"/>
              <a:gd name="textAreaTop" fmla="*/ 0 h 2467800"/>
              <a:gd name="textAreaBottom" fmla="*/ 2468880 h 2467800"/>
            </a:gdLst>
            <a:ahLst/>
            <a:rect l="textAreaLeft" t="textAreaTop" r="textAreaRight" b="textAreaBottom"/>
            <a:pathLst>
              <a:path w="28000" h="6858">
                <a:moveTo>
                  <a:pt x="0" y="6858"/>
                </a:moveTo>
                <a:lnTo>
                  <a:pt x="0" y="0"/>
                </a:lnTo>
                <a:lnTo>
                  <a:pt x="28000" y="0"/>
                </a:lnTo>
                <a:lnTo>
                  <a:pt x="28000" y="2841"/>
                </a:lnTo>
                <a:lnTo>
                  <a:pt x="0" y="6858"/>
                </a:lnTo>
                <a:close/>
              </a:path>
            </a:pathLst>
          </a:custGeom>
          <a:solidFill>
            <a:srgbClr val="dddddd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" name=""/>
          <p:cNvSpPr/>
          <p:nvPr/>
        </p:nvSpPr>
        <p:spPr>
          <a:xfrm>
            <a:off x="1403280" y="4388760"/>
            <a:ext cx="8675280" cy="1279440"/>
          </a:xfrm>
          <a:custGeom>
            <a:avLst/>
            <a:gdLst>
              <a:gd name="textAreaLeft" fmla="*/ 0 w 8675280"/>
              <a:gd name="textAreaRight" fmla="*/ 8676360 w 8675280"/>
              <a:gd name="textAreaTop" fmla="*/ 0 h 1279440"/>
              <a:gd name="textAreaBottom" fmla="*/ 1280520 h 1279440"/>
            </a:gdLst>
            <a:ahLst/>
            <a:rect l="textAreaLeft" t="textAreaTop" r="textAreaRight" b="textAreaBottom"/>
            <a:pathLst>
              <a:path w="24101" h="3557">
                <a:moveTo>
                  <a:pt x="0" y="3557"/>
                </a:moveTo>
                <a:lnTo>
                  <a:pt x="24100" y="3557"/>
                </a:lnTo>
                <a:lnTo>
                  <a:pt x="24101" y="0"/>
                </a:lnTo>
                <a:lnTo>
                  <a:pt x="0" y="3557"/>
                </a:lnTo>
                <a:close/>
              </a:path>
            </a:pathLst>
          </a:cu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</a:pPr>
            <a:endParaRPr b="0" lang="en-US" sz="14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" name=""/>
          <p:cNvSpPr/>
          <p:nvPr/>
        </p:nvSpPr>
        <p:spPr>
          <a:xfrm rot="20952000">
            <a:off x="223200" y="1917000"/>
            <a:ext cx="9401040" cy="2593080"/>
          </a:xfrm>
          <a:prstGeom prst="roundRect">
            <a:avLst>
              <a:gd name="adj" fmla="val 6298"/>
            </a:avLst>
          </a:prstGeom>
          <a:solidFill>
            <a:srgbClr val="b2b2b2"/>
          </a:solidFill>
          <a:ln w="10800">
            <a:solidFill>
              <a:srgbClr val="9999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273960" y="2759400"/>
            <a:ext cx="639000" cy="122472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9215640" y="3517560"/>
            <a:ext cx="639000" cy="122472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Arial"/>
                <a:ea typeface="DejaVu Sans"/>
              </a:rPr>
              <a:t>”</a:t>
            </a:r>
            <a:endParaRPr b="0" lang="en-US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66200" y="324756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ftr" idx="13"/>
          </p:nvPr>
        </p:nvSpPr>
        <p:spPr>
          <a:xfrm>
            <a:off x="5579640" y="5129640"/>
            <a:ext cx="43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4"/>
          </p:nvPr>
        </p:nvSpPr>
        <p:spPr>
          <a:xfrm>
            <a:off x="7379640" y="4589640"/>
            <a:ext cx="251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2600" spc="-1" strike="noStrike">
                <a:solidFill>
                  <a:srgbClr val="000000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DF20C6-4A7D-4F0A-A8FA-76A1F83DE549}" type="slidenum">
              <a:rPr b="0" lang="en-US" sz="2600" spc="-1" strike="noStrike">
                <a:solidFill>
                  <a:srgbClr val="000000"/>
                </a:solidFill>
                <a:latin typeface="Arial"/>
              </a:rPr>
              <a:t>&lt;number&gt;</a:t>
            </a:fld>
            <a:endParaRPr b="0" lang="en-US" sz="26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dt" idx="15"/>
          </p:nvPr>
        </p:nvSpPr>
        <p:spPr>
          <a:xfrm>
            <a:off x="7019640" y="4913640"/>
            <a:ext cx="2878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 rot="21114000">
            <a:off x="444960" y="2255040"/>
            <a:ext cx="9001440" cy="160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‘</a:t>
            </a: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Kaput’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 rot="21117000">
            <a:off x="613800" y="3528000"/>
            <a:ext cx="880236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fld id="{7853BC2B-E206-4CAD-8D33-64E3D4757E23}" type="author"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fld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By team ‘Modemas’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 rot="21111000">
            <a:off x="124200" y="-13248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Relational database and EF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A6CFF16-52E9-463F-9EB8-156684F9BDE2}" type="slidenum">
              <a:t>2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 rot="21111000">
            <a:off x="91440" y="6732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Generics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" descr=""/>
          <p:cNvPicPr/>
          <p:nvPr/>
        </p:nvPicPr>
        <p:blipFill>
          <a:blip r:embed="rId1"/>
          <a:stretch/>
        </p:blipFill>
        <p:spPr>
          <a:xfrm>
            <a:off x="432000" y="2057400"/>
            <a:ext cx="5510880" cy="21578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5B1455-8623-47CF-9658-C3CA977E6D5C}" type="slidenum">
              <a:t>3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 rot="21111000">
            <a:off x="91440" y="6732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Exceptions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3640" y="1785240"/>
            <a:ext cx="886896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8" name="" descr=""/>
          <p:cNvPicPr/>
          <p:nvPr/>
        </p:nvPicPr>
        <p:blipFill>
          <a:blip r:embed="rId1"/>
          <a:stretch/>
        </p:blipFill>
        <p:spPr>
          <a:xfrm>
            <a:off x="400320" y="1759320"/>
            <a:ext cx="4170960" cy="32691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F7665B2-CAE5-4826-A90A-624592D4E477}" type="slidenum">
              <a:t>4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 rot="21111000">
            <a:off x="91440" y="6732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Async / await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0" name="" descr=""/>
          <p:cNvPicPr/>
          <p:nvPr/>
        </p:nvPicPr>
        <p:blipFill>
          <a:blip r:embed="rId1"/>
          <a:stretch/>
        </p:blipFill>
        <p:spPr>
          <a:xfrm>
            <a:off x="457200" y="1841760"/>
            <a:ext cx="4533480" cy="90144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51C60C1-803F-449D-9C9F-B63B2D5BA403}" type="slidenum">
              <a:t>5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 rot="21111000">
            <a:off x="91440" y="6732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Concurrent collections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457200" y="1748880"/>
            <a:ext cx="3445920" cy="37368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C9492FE-3557-424A-B33D-5C5A0A6645BD}" type="slidenum">
              <a:t>6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 rot="21111000">
            <a:off x="91440" y="6732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Dependency injection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609840" y="1886400"/>
            <a:ext cx="6476040" cy="26848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995E3B-0B3E-40A3-A077-3417BD9D9A70}" type="slidenum">
              <a:t>7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 rot="21111000">
            <a:off x="91440" y="67320"/>
            <a:ext cx="9000720" cy="95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3600" spc="-1" strike="noStrike">
                <a:solidFill>
                  <a:srgbClr val="000000"/>
                </a:solidFill>
                <a:latin typeface="Arial"/>
              </a:rPr>
              <a:t>Tests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685800" y="3723120"/>
            <a:ext cx="4335840" cy="1763280"/>
          </a:xfrm>
          <a:prstGeom prst="rect">
            <a:avLst/>
          </a:prstGeom>
          <a:ln w="0">
            <a:noFill/>
          </a:ln>
        </p:spPr>
      </p:pic>
      <p:pic>
        <p:nvPicPr>
          <p:cNvPr id="67" name="" descr=""/>
          <p:cNvPicPr/>
          <p:nvPr/>
        </p:nvPicPr>
        <p:blipFill>
          <a:blip r:embed="rId2"/>
          <a:stretch/>
        </p:blipFill>
        <p:spPr>
          <a:xfrm>
            <a:off x="685800" y="1828800"/>
            <a:ext cx="7315200" cy="18118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120E36C-AD25-4246-A68C-166A184B8599}" type="slidenum">
              <a:t>8</a:t>
            </a:fld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 rot="21114000">
            <a:off x="444960" y="2255040"/>
            <a:ext cx="9001440" cy="160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5600" spc="-1" strike="noStrike">
                <a:solidFill>
                  <a:srgbClr val="000000"/>
                </a:solidFill>
                <a:latin typeface="Arial"/>
              </a:rPr>
              <a:t>Thank you for listening!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 rot="21117000">
            <a:off x="613800" y="3528000"/>
            <a:ext cx="880236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algn="ctr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fld id="{482B6D1A-708F-4B97-9002-9132BD8D92EE}" type="author"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fld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2025-11-19T17:49:00Z</dcterms:created>
  <dc:creator/>
  <dc:description/>
  <dc:language>en-US</dc:language>
  <cp:lastModifiedBy/>
  <dcterms:modified xsi:type="dcterms:W3CDTF">2025-11-20T09:59:45Z</dcterms:modified>
  <cp:revision>10</cp:revision>
  <dc:subject/>
  <dc:title>Progress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