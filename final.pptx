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C00B36-81FC-4495-BF2B-E555AEE61B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BB8040-7F68-4982-841E-0081A5BA0B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908759C-3F1B-4BCB-B5DB-6EB079D013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9F46E4-C9F6-4786-B80D-1CB0D5823D8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4DAD49-5747-469F-9425-D51BE2C0844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Introduction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App name – Kaput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Team – Modemas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Goal – creating a Kahoot like game that can automatically generate questions by using AI.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Problem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Point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Point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Point 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Problem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Who is affected?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Solution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Our app does this and that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Niche that distinguished it from it’s competition (Kahoot)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Why is that niche useful?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Demo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Live demo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Architecture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Frontend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Backend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Frontend and Backend communicate via SignalR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Questions are generated by api call to a seperate service (a docker container that hosts ollama models).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Testing &amp; Reliability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Images of test coverage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Value proposition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Not sure I need this slide?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We already have a solution and problem, which are kinda similar.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Team contributions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Everyone speaks individually.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Thank you for your attention!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2025-12-17T14:30:34Z</dcterms:created>
  <dc:creator/>
  <dc:description/>
  <dc:language>en-US</dc:language>
  <cp:lastModifiedBy/>
  <dcterms:modified xsi:type="dcterms:W3CDTF">2025-12-17T15:20:09Z</dcterms:modified>
  <cp:revision>19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