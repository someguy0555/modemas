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5" r:id="rId5"/>
    <p:sldMasterId id="2147483657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72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360000" y="2880360"/>
            <a:ext cx="9360720" cy="206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060"/>
              </a:spcBef>
              <a:buNone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CEBD26-4CC7-4273-AAF8-74939D8402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F09E971-F78C-453F-85E8-44E91C25A9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4250632-EEAD-4C10-A9FE-AD6D86F3F0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72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360000" y="2880360"/>
            <a:ext cx="9360720" cy="206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6AB2146-F066-422F-A0D8-3CFC021D39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72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360000" y="2880360"/>
            <a:ext cx="9360720" cy="206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6733416-9DBE-413B-A64C-B4FA445D46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31E4AE6-85CF-48FB-BD52-EAA227B996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72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360000" y="2880360"/>
            <a:ext cx="9360720" cy="206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DAE4FF6-2090-4865-8873-54C1D88CD6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8D6234B-D1BB-41D2-A0FF-B2515D0A83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99722B-4FFC-4FA6-A8DB-74FAF7C7FDA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25B438-336F-47F0-A5BC-96262295B10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9A8996-EF8A-4AE3-90E1-5C6A355B194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3780360"/>
            <a:ext cx="10080720" cy="189036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0">
            <a:noFill/>
          </a:ln>
          <a:effectLst>
            <a:outerShdw dist="36000" dir="162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0000" y="5130360"/>
            <a:ext cx="2340000" cy="4500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2400" spc="-1" strike="noStrike">
                <a:solidFill>
                  <a:srgbClr val="dbf5f9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2400" spc="-1" strike="noStrike">
                <a:solidFill>
                  <a:srgbClr val="dbf5f9"/>
                </a:solidFill>
                <a:latin typeface="Noto Sans"/>
              </a:rPr>
              <a:t>&lt;date/time&gt;</a:t>
            </a:r>
            <a:r>
              <a:rPr b="0" lang="en-US" sz="2400" spc="-1" strike="noStrike">
                <a:solidFill>
                  <a:srgbClr val="dbf5f9"/>
                </a:solidFill>
                <a:latin typeface="Noto Sans"/>
              </a:rPr>
              <a:t> </a:t>
            </a:r>
            <a:endParaRPr b="0" lang="en-US" sz="2400" spc="-1" strike="noStrike">
              <a:solidFill>
                <a:srgbClr val="dbf5f9"/>
              </a:solidFill>
              <a:latin typeface="Noto San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420000" y="5130360"/>
            <a:ext cx="3240360" cy="4500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2400" spc="-1" strike="noStrike">
                <a:solidFill>
                  <a:srgbClr val="dbf5f9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2400" spc="-1" strike="noStrike">
                <a:solidFill>
                  <a:srgbClr val="dbf5f9"/>
                </a:solidFill>
                <a:latin typeface="Noto Sans"/>
              </a:rPr>
              <a:t>&lt;footer&gt;</a:t>
            </a:r>
            <a:r>
              <a:rPr b="0" lang="en-US" sz="2400" spc="-1" strike="noStrike">
                <a:solidFill>
                  <a:srgbClr val="dbf5f9"/>
                </a:solidFill>
                <a:latin typeface="Noto Sans"/>
              </a:rPr>
              <a:t> </a:t>
            </a:r>
            <a:endParaRPr b="0" lang="en-US" sz="2400" spc="-1" strike="noStrike">
              <a:solidFill>
                <a:srgbClr val="dbf5f9"/>
              </a:solidFill>
              <a:latin typeface="Noto San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7200360" y="5130360"/>
            <a:ext cx="2340000" cy="4500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2400" spc="-1" strike="noStrike">
                <a:solidFill>
                  <a:srgbClr val="dbf5f9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6E910737-A600-4087-BA9A-C25C2A1800E4}" type="slidenum">
              <a:rPr b="0" lang="en-US" sz="2400" spc="-1" strike="noStrike">
                <a:solidFill>
                  <a:srgbClr val="dbf5f9"/>
                </a:solidFill>
                <a:latin typeface="Noto Sans"/>
              </a:rPr>
              <a:t>&lt;number&gt;</a:t>
            </a:fld>
            <a:r>
              <a:rPr b="0" lang="en-US" sz="2400" spc="-1" strike="noStrike">
                <a:solidFill>
                  <a:srgbClr val="dbf5f9"/>
                </a:solidFill>
                <a:latin typeface="Noto Sans"/>
              </a:rPr>
              <a:t> </a:t>
            </a:r>
            <a:endParaRPr b="0" lang="en-US" sz="2400" spc="-1" strike="noStrike">
              <a:solidFill>
                <a:srgbClr val="dbf5f9"/>
              </a:solidFill>
              <a:latin typeface="Noto Sans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450000" y="270000"/>
            <a:ext cx="9000720" cy="324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en-US" sz="6000" spc="-1" strike="noStrike">
                <a:solidFill>
                  <a:srgbClr val="04617b"/>
                </a:solidFill>
                <a:latin typeface="Noto Sans"/>
              </a:rPr>
              <a:t>Click to edit the title text format</a:t>
            </a:r>
            <a:endParaRPr b="0" lang="en-US" sz="6000" spc="-1" strike="noStrike">
              <a:solidFill>
                <a:srgbClr val="04617b"/>
              </a:solidFill>
              <a:latin typeface="Noto Sans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450000" y="3870360"/>
            <a:ext cx="9000720" cy="2412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dbf5f9"/>
                </a:solidFill>
                <a:latin typeface="Noto Sans"/>
              </a:rPr>
              <a:t>Click to edit the outline text format</a:t>
            </a:r>
            <a:endParaRPr b="0" lang="en-US" sz="2100" spc="-1" strike="noStrike">
              <a:solidFill>
                <a:srgbClr val="dbf5f9"/>
              </a:solidFill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en-US" sz="1650" spc="-1" strike="noStrike">
                <a:solidFill>
                  <a:srgbClr val="dbf5f9"/>
                </a:solidFill>
                <a:latin typeface="Noto Sans"/>
              </a:rPr>
              <a:t>Second Outline Level</a:t>
            </a:r>
            <a:endParaRPr b="0" lang="en-US" sz="1650" spc="-1" strike="noStrike">
              <a:solidFill>
                <a:srgbClr val="dbf5f9"/>
              </a:solidFill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dbf5f9"/>
                </a:solidFill>
                <a:latin typeface="Noto Sans"/>
              </a:rPr>
              <a:t>Third Outline Level</a:t>
            </a:r>
            <a:endParaRPr b="0" lang="en-US" sz="1800" spc="-1" strike="noStrike">
              <a:solidFill>
                <a:srgbClr val="dbf5f9"/>
              </a:solidFill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dbf5f9"/>
                </a:solidFill>
                <a:latin typeface="Noto Sans"/>
              </a:rPr>
              <a:t>Fourth Outline Level</a:t>
            </a:r>
            <a:endParaRPr b="0" lang="en-US" sz="1500" spc="-1" strike="noStrike">
              <a:solidFill>
                <a:srgbClr val="dbf5f9"/>
              </a:solidFill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dbf5f9"/>
                </a:solidFill>
                <a:latin typeface="Noto Sans"/>
              </a:rPr>
              <a:t>Fifth Outline Level</a:t>
            </a:r>
            <a:endParaRPr b="0" lang="en-US" sz="1500" spc="-1" strike="noStrike">
              <a:solidFill>
                <a:srgbClr val="dbf5f9"/>
              </a:solidFill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dbf5f9"/>
                </a:solidFill>
                <a:latin typeface="Noto Sans"/>
              </a:rPr>
              <a:t>Sixth Outline Level</a:t>
            </a:r>
            <a:endParaRPr b="0" lang="en-US" sz="1500" spc="-1" strike="noStrike">
              <a:solidFill>
                <a:srgbClr val="dbf5f9"/>
              </a:solidFill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dbf5f9"/>
                </a:solidFill>
                <a:latin typeface="Noto Sans"/>
              </a:rPr>
              <a:t>Seventh Outline Level</a:t>
            </a:r>
            <a:endParaRPr b="0" lang="en-US" sz="1500" spc="-1" strike="noStrike">
              <a:solidFill>
                <a:srgbClr val="dbf5f9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flipH="1" flipV="1">
            <a:off x="0" y="4500360"/>
            <a:ext cx="1008072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72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60000" y="2880360"/>
            <a:ext cx="9360720" cy="2062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360000" y="522036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3420000" y="5220360"/>
            <a:ext cx="324036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7380360" y="522036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B944083-FA02-436D-A156-4E5746065C5C}" type="slidenum"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  <p:sldLayoutId id="2147483659" r:id="rId3"/>
    <p:sldLayoutId id="214748366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920" cy="438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5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Kaput</a:t>
            </a:r>
            <a:endParaRPr b="0" lang="en-US" sz="45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algn="ctr"/>
            <a:r>
              <a:rPr b="0" lang="en-US" sz="2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By Team Modemas</a:t>
            </a:r>
            <a:endParaRPr b="0" lang="en-US" sz="2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Introduction</a:t>
            </a:r>
            <a:endParaRPr b="0" lang="en-US" sz="30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Many of has had a lot of work left to do, and no time to do.</a:t>
            </a:r>
            <a:endParaRPr b="0" lang="en-US" sz="1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This is especially a problem for teachers.</a:t>
            </a:r>
            <a:endParaRPr b="0" lang="en-US" sz="1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Teachers are often overworked</a:t>
            </a:r>
            <a:endParaRPr b="0" lang="en-US" sz="1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Problem</a:t>
            </a:r>
            <a:endParaRPr b="0" lang="en-US" sz="30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Many teachers already use live quiz platforms.</a:t>
            </a:r>
            <a:endParaRPr b="0" lang="en-US" sz="1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However, quizzes are often time-consuming to make.</a:t>
            </a:r>
            <a:endParaRPr b="0" lang="en-US" sz="1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Teachers often have to either sacrifice their time or abandon quizzes altogether.</a:t>
            </a:r>
            <a:endParaRPr b="0" lang="en-US" sz="1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Solution</a:t>
            </a:r>
            <a:endParaRPr b="0" lang="en-US" sz="30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This is where Kaput comes in.</a:t>
            </a:r>
            <a:endParaRPr b="0" lang="en-US" sz="1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Kaput uses AI-generated questions to dramatically reduce preparation time.</a:t>
            </a:r>
            <a:endParaRPr b="0" lang="en-US" sz="1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What once took hours can now be done in minutes.</a:t>
            </a:r>
            <a:endParaRPr b="0" lang="en-US" sz="1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Demo</a:t>
            </a:r>
            <a:endParaRPr b="0" lang="en-US" sz="3000" spc="-1" strike="noStrike">
              <a:solidFill>
                <a:srgbClr val="04617b"/>
              </a:solidFill>
              <a:latin typeface="Noto San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Live demo</a:t>
            </a:r>
            <a:endParaRPr b="1" lang="en-US" sz="1800" spc="-1" strike="noStrike">
              <a:solidFill>
                <a:srgbClr val="dbf5f9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Value proposition</a:t>
            </a:r>
            <a:endParaRPr b="0" lang="en-US" sz="30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 teachers who struggle with limited time and heavy workloads,</a:t>
            </a:r>
            <a:endParaRPr b="0" lang="en-US" sz="1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Kaput is an AI-powered live quiz platform that automatically generates interactive quizzes in minutes.</a:t>
            </a:r>
            <a:endParaRPr b="0" lang="en-US" sz="1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Unlike traditional quiz tools that require manual question creation, Kaput reduces preparation time from hours to minutes by using AI-generated content.</a:t>
            </a:r>
            <a:endParaRPr b="0" lang="en-US" sz="1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920" cy="438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Thank you for your attention!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2025-12-17T14:30:34Z</dcterms:created>
  <dc:creator/>
  <dc:description/>
  <dc:language>en-US</dc:language>
  <cp:lastModifiedBy/>
  <dcterms:modified xsi:type="dcterms:W3CDTF">2025-12-18T09:00:59Z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